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Lst>
  <p:notesMasterIdLst>
    <p:notesMasterId r:id="rId6"/>
  </p:notesMasterIdLst>
  <p:handoutMasterIdLst>
    <p:handoutMasterId r:id="rId7"/>
  </p:handoutMasterIdLst>
  <p:sldIdLst>
    <p:sldId id="256" r:id="rId5"/>
  </p:sldIdLst>
  <p:sldSz cx="36576000" cy="29260800"/>
  <p:notesSz cx="6858000" cy="9144000"/>
  <p:defaultTextStyle>
    <a:defPPr>
      <a:defRPr lang="en-US"/>
    </a:defPPr>
    <a:lvl1pPr marL="0" algn="l" defTabSz="3160009" rtl="0" eaLnBrk="1" latinLnBrk="0" hangingPunct="1">
      <a:defRPr sz="6221" kern="1200">
        <a:solidFill>
          <a:schemeClr val="tx1"/>
        </a:solidFill>
        <a:latin typeface="+mn-lt"/>
        <a:ea typeface="+mn-ea"/>
        <a:cs typeface="+mn-cs"/>
      </a:defRPr>
    </a:lvl1pPr>
    <a:lvl2pPr marL="1580004" algn="l" defTabSz="3160009" rtl="0" eaLnBrk="1" latinLnBrk="0" hangingPunct="1">
      <a:defRPr sz="6221" kern="1200">
        <a:solidFill>
          <a:schemeClr val="tx1"/>
        </a:solidFill>
        <a:latin typeface="+mn-lt"/>
        <a:ea typeface="+mn-ea"/>
        <a:cs typeface="+mn-cs"/>
      </a:defRPr>
    </a:lvl2pPr>
    <a:lvl3pPr marL="3160009" algn="l" defTabSz="3160009" rtl="0" eaLnBrk="1" latinLnBrk="0" hangingPunct="1">
      <a:defRPr sz="6221" kern="1200">
        <a:solidFill>
          <a:schemeClr val="tx1"/>
        </a:solidFill>
        <a:latin typeface="+mn-lt"/>
        <a:ea typeface="+mn-ea"/>
        <a:cs typeface="+mn-cs"/>
      </a:defRPr>
    </a:lvl3pPr>
    <a:lvl4pPr marL="4740012" algn="l" defTabSz="3160009" rtl="0" eaLnBrk="1" latinLnBrk="0" hangingPunct="1">
      <a:defRPr sz="6221" kern="1200">
        <a:solidFill>
          <a:schemeClr val="tx1"/>
        </a:solidFill>
        <a:latin typeface="+mn-lt"/>
        <a:ea typeface="+mn-ea"/>
        <a:cs typeface="+mn-cs"/>
      </a:defRPr>
    </a:lvl4pPr>
    <a:lvl5pPr marL="6320017" algn="l" defTabSz="3160009" rtl="0" eaLnBrk="1" latinLnBrk="0" hangingPunct="1">
      <a:defRPr sz="6221" kern="1200">
        <a:solidFill>
          <a:schemeClr val="tx1"/>
        </a:solidFill>
        <a:latin typeface="+mn-lt"/>
        <a:ea typeface="+mn-ea"/>
        <a:cs typeface="+mn-cs"/>
      </a:defRPr>
    </a:lvl5pPr>
    <a:lvl6pPr marL="7900021" algn="l" defTabSz="3160009" rtl="0" eaLnBrk="1" latinLnBrk="0" hangingPunct="1">
      <a:defRPr sz="6221" kern="1200">
        <a:solidFill>
          <a:schemeClr val="tx1"/>
        </a:solidFill>
        <a:latin typeface="+mn-lt"/>
        <a:ea typeface="+mn-ea"/>
        <a:cs typeface="+mn-cs"/>
      </a:defRPr>
    </a:lvl6pPr>
    <a:lvl7pPr marL="9480025" algn="l" defTabSz="3160009" rtl="0" eaLnBrk="1" latinLnBrk="0" hangingPunct="1">
      <a:defRPr sz="6221" kern="1200">
        <a:solidFill>
          <a:schemeClr val="tx1"/>
        </a:solidFill>
        <a:latin typeface="+mn-lt"/>
        <a:ea typeface="+mn-ea"/>
        <a:cs typeface="+mn-cs"/>
      </a:defRPr>
    </a:lvl7pPr>
    <a:lvl8pPr marL="11060030" algn="l" defTabSz="3160009" rtl="0" eaLnBrk="1" latinLnBrk="0" hangingPunct="1">
      <a:defRPr sz="6221" kern="1200">
        <a:solidFill>
          <a:schemeClr val="tx1"/>
        </a:solidFill>
        <a:latin typeface="+mn-lt"/>
        <a:ea typeface="+mn-ea"/>
        <a:cs typeface="+mn-cs"/>
      </a:defRPr>
    </a:lvl8pPr>
    <a:lvl9pPr marL="12640033" algn="l" defTabSz="3160009" rtl="0" eaLnBrk="1" latinLnBrk="0" hangingPunct="1">
      <a:defRPr sz="622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216" userDrawn="1">
          <p15:clr>
            <a:srgbClr val="A4A3A4"/>
          </p15:clr>
        </p15:guide>
        <p15:guide id="2" pos="115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3854"/>
    <a:srgbClr val="000000"/>
    <a:srgbClr val="79DC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5CEF7-1216-414C-BD09-B4872D668817}" v="4" dt="2026-04-14T15:56:26.969"/>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575" autoAdjust="0"/>
    <p:restoredTop sz="95844" autoAdjust="0"/>
  </p:normalViewPr>
  <p:slideViewPr>
    <p:cSldViewPr snapToGrid="0">
      <p:cViewPr>
        <p:scale>
          <a:sx n="31" d="100"/>
          <a:sy n="31" d="100"/>
        </p:scale>
        <p:origin x="412" y="16"/>
      </p:cViewPr>
      <p:guideLst>
        <p:guide orient="horz" pos="9216"/>
        <p:guide pos="11520"/>
      </p:guideLst>
    </p:cSldViewPr>
  </p:slideViewPr>
  <p:notesTextViewPr>
    <p:cViewPr>
      <p:scale>
        <a:sx n="1" d="1"/>
        <a:sy n="1" d="1"/>
      </p:scale>
      <p:origin x="0" y="0"/>
    </p:cViewPr>
  </p:notesTextViewPr>
  <p:notesViewPr>
    <p:cSldViewPr snapToGrid="0" showGuides="1">
      <p:cViewPr varScale="1">
        <p:scale>
          <a:sx n="65" d="100"/>
          <a:sy n="65" d="100"/>
        </p:scale>
        <p:origin x="2796"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C0B079-A316-4C9B-B165-DF9EA8325D2C}" type="datetimeFigureOut">
              <a:rPr lang="en-US" smtClean="0"/>
              <a:t>4/13/2026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A0EAE6-B4B6-49B7-9049-B371250BE0F4}" type="slidenum">
              <a:rPr lang="en-US" smtClean="0"/>
              <a:t>‹#›</a:t>
            </a:fld>
            <a:endParaRPr lang="en-US"/>
          </a:p>
        </p:txBody>
      </p:sp>
    </p:spTree>
    <p:extLst>
      <p:ext uri="{BB962C8B-B14F-4D97-AF65-F5344CB8AC3E}">
        <p14:creationId xmlns:p14="http://schemas.microsoft.com/office/powerpoint/2010/main" val="1472466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28AB8-57D1-494F-9851-055AD867E790}" type="datetimeFigureOut">
              <a:rPr lang="en-US" smtClean="0"/>
              <a:t>4/13/2026</a:t>
            </a:fld>
            <a:endParaRPr lang="en-US"/>
          </a:p>
        </p:txBody>
      </p:sp>
      <p:sp>
        <p:nvSpPr>
          <p:cNvPr id="4" name="Slide Image Placeholder 3"/>
          <p:cNvSpPr>
            <a:spLocks noGrp="1" noRot="1" noChangeAspect="1"/>
          </p:cNvSpPr>
          <p:nvPr>
            <p:ph type="sldImg" idx="2"/>
          </p:nvPr>
        </p:nvSpPr>
        <p:spPr>
          <a:xfrm>
            <a:off x="1500188" y="1143000"/>
            <a:ext cx="3857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7F044-5458-4B2E-BFA0-52AAA1C529D4}" type="slidenum">
              <a:rPr lang="en-US" smtClean="0"/>
              <a:t>‹#›</a:t>
            </a:fld>
            <a:endParaRPr lang="en-US"/>
          </a:p>
        </p:txBody>
      </p:sp>
    </p:spTree>
    <p:extLst>
      <p:ext uri="{BB962C8B-B14F-4D97-AF65-F5344CB8AC3E}">
        <p14:creationId xmlns:p14="http://schemas.microsoft.com/office/powerpoint/2010/main" val="1624808637"/>
      </p:ext>
    </p:extLst>
  </p:cSld>
  <p:clrMap bg1="lt1" tx1="dk1" bg2="lt2" tx2="dk2" accent1="accent1" accent2="accent2" accent3="accent3" accent4="accent4" accent5="accent5" accent6="accent6" hlink="hlink" folHlink="folHlink"/>
  <p:notesStyle>
    <a:lvl1pPr marL="0" algn="l" defTabSz="783732" rtl="0" eaLnBrk="1" latinLnBrk="0" hangingPunct="1">
      <a:defRPr sz="1029" kern="1200">
        <a:solidFill>
          <a:schemeClr val="tx1"/>
        </a:solidFill>
        <a:latin typeface="+mn-lt"/>
        <a:ea typeface="+mn-ea"/>
        <a:cs typeface="+mn-cs"/>
      </a:defRPr>
    </a:lvl1pPr>
    <a:lvl2pPr marL="391866" algn="l" defTabSz="783732" rtl="0" eaLnBrk="1" latinLnBrk="0" hangingPunct="1">
      <a:defRPr sz="1029" kern="1200">
        <a:solidFill>
          <a:schemeClr val="tx1"/>
        </a:solidFill>
        <a:latin typeface="+mn-lt"/>
        <a:ea typeface="+mn-ea"/>
        <a:cs typeface="+mn-cs"/>
      </a:defRPr>
    </a:lvl2pPr>
    <a:lvl3pPr marL="783732" algn="l" defTabSz="783732" rtl="0" eaLnBrk="1" latinLnBrk="0" hangingPunct="1">
      <a:defRPr sz="1029" kern="1200">
        <a:solidFill>
          <a:schemeClr val="tx1"/>
        </a:solidFill>
        <a:latin typeface="+mn-lt"/>
        <a:ea typeface="+mn-ea"/>
        <a:cs typeface="+mn-cs"/>
      </a:defRPr>
    </a:lvl3pPr>
    <a:lvl4pPr marL="1175598" algn="l" defTabSz="783732" rtl="0" eaLnBrk="1" latinLnBrk="0" hangingPunct="1">
      <a:defRPr sz="1029" kern="1200">
        <a:solidFill>
          <a:schemeClr val="tx1"/>
        </a:solidFill>
        <a:latin typeface="+mn-lt"/>
        <a:ea typeface="+mn-ea"/>
        <a:cs typeface="+mn-cs"/>
      </a:defRPr>
    </a:lvl4pPr>
    <a:lvl5pPr marL="1567464" algn="l" defTabSz="783732" rtl="0" eaLnBrk="1" latinLnBrk="0" hangingPunct="1">
      <a:defRPr sz="1029" kern="1200">
        <a:solidFill>
          <a:schemeClr val="tx1"/>
        </a:solidFill>
        <a:latin typeface="+mn-lt"/>
        <a:ea typeface="+mn-ea"/>
        <a:cs typeface="+mn-cs"/>
      </a:defRPr>
    </a:lvl5pPr>
    <a:lvl6pPr marL="1959331" algn="l" defTabSz="783732" rtl="0" eaLnBrk="1" latinLnBrk="0" hangingPunct="1">
      <a:defRPr sz="1029" kern="1200">
        <a:solidFill>
          <a:schemeClr val="tx1"/>
        </a:solidFill>
        <a:latin typeface="+mn-lt"/>
        <a:ea typeface="+mn-ea"/>
        <a:cs typeface="+mn-cs"/>
      </a:defRPr>
    </a:lvl6pPr>
    <a:lvl7pPr marL="2351197" algn="l" defTabSz="783732" rtl="0" eaLnBrk="1" latinLnBrk="0" hangingPunct="1">
      <a:defRPr sz="1029" kern="1200">
        <a:solidFill>
          <a:schemeClr val="tx1"/>
        </a:solidFill>
        <a:latin typeface="+mn-lt"/>
        <a:ea typeface="+mn-ea"/>
        <a:cs typeface="+mn-cs"/>
      </a:defRPr>
    </a:lvl7pPr>
    <a:lvl8pPr marL="2743063" algn="l" defTabSz="783732" rtl="0" eaLnBrk="1" latinLnBrk="0" hangingPunct="1">
      <a:defRPr sz="1029" kern="1200">
        <a:solidFill>
          <a:schemeClr val="tx1"/>
        </a:solidFill>
        <a:latin typeface="+mn-lt"/>
        <a:ea typeface="+mn-ea"/>
        <a:cs typeface="+mn-cs"/>
      </a:defRPr>
    </a:lvl8pPr>
    <a:lvl9pPr marL="3134929" algn="l" defTabSz="783732" rtl="0" eaLnBrk="1" latinLnBrk="0" hangingPunct="1">
      <a:defRPr sz="102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00188" y="1143000"/>
            <a:ext cx="3857625" cy="3086100"/>
          </a:xfrm>
        </p:spPr>
      </p:sp>
      <p:sp>
        <p:nvSpPr>
          <p:cNvPr id="3" name="Notes Placeholder 2"/>
          <p:cNvSpPr>
            <a:spLocks noGrp="1"/>
          </p:cNvSpPr>
          <p:nvPr>
            <p:ph type="body" idx="1"/>
          </p:nvPr>
        </p:nvSpPr>
        <p:spPr/>
        <p:txBody>
          <a:bodyPr/>
          <a:lstStyle/>
          <a:p>
            <a:endParaRPr lang="is-IS" dirty="0"/>
          </a:p>
        </p:txBody>
      </p:sp>
      <p:sp>
        <p:nvSpPr>
          <p:cNvPr id="4" name="Slide Number Placeholder 3"/>
          <p:cNvSpPr>
            <a:spLocks noGrp="1"/>
          </p:cNvSpPr>
          <p:nvPr>
            <p:ph type="sldNum" sz="quarter" idx="10"/>
          </p:nvPr>
        </p:nvSpPr>
        <p:spPr/>
        <p:txBody>
          <a:bodyPr/>
          <a:lstStyle/>
          <a:p>
            <a:fld id="{37C7F044-5458-4B2E-BFA0-52AAA1C529D4}" type="slidenum">
              <a:rPr lang="en-US" smtClean="0"/>
              <a:t>1</a:t>
            </a:fld>
            <a:endParaRPr lang="en-US"/>
          </a:p>
        </p:txBody>
      </p:sp>
    </p:spTree>
    <p:extLst>
      <p:ext uri="{BB962C8B-B14F-4D97-AF65-F5344CB8AC3E}">
        <p14:creationId xmlns:p14="http://schemas.microsoft.com/office/powerpoint/2010/main" val="1444636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p:spTree>
      <p:nvGrpSpPr>
        <p:cNvPr id="1" name=""/>
        <p:cNvGrpSpPr/>
        <p:nvPr/>
      </p:nvGrpSpPr>
      <p:grpSpPr>
        <a:xfrm>
          <a:off x="0" y="0"/>
          <a:ext cx="0" cy="0"/>
          <a:chOff x="0" y="0"/>
          <a:chExt cx="0" cy="0"/>
        </a:xfrm>
      </p:grpSpPr>
      <p:sp>
        <p:nvSpPr>
          <p:cNvPr id="2" name="Title 1"/>
          <p:cNvSpPr>
            <a:spLocks noGrp="1"/>
          </p:cNvSpPr>
          <p:nvPr>
            <p:ph type="title"/>
          </p:nvPr>
        </p:nvSpPr>
        <p:spPr>
          <a:xfrm>
            <a:off x="5334000" y="880535"/>
            <a:ext cx="25908000" cy="2235147"/>
          </a:xfrm>
        </p:spPr>
        <p:txBody>
          <a:bodyPr/>
          <a:lstStyle/>
          <a:p>
            <a:r>
              <a:rPr lang="en-US"/>
              <a:t>Click to edit Master title style</a:t>
            </a:r>
          </a:p>
        </p:txBody>
      </p:sp>
      <p:sp>
        <p:nvSpPr>
          <p:cNvPr id="31" name="Text Placeholder 6"/>
          <p:cNvSpPr>
            <a:spLocks noGrp="1"/>
          </p:cNvSpPr>
          <p:nvPr>
            <p:ph type="body" sz="quarter" idx="36"/>
          </p:nvPr>
        </p:nvSpPr>
        <p:spPr bwMode="auto">
          <a:xfrm>
            <a:off x="5334000" y="3189870"/>
            <a:ext cx="25908000" cy="738664"/>
          </a:xfrm>
        </p:spPr>
        <p:txBody>
          <a:bodyPr>
            <a:noAutofit/>
          </a:bodyPr>
          <a:lstStyle>
            <a:lvl1pPr marL="0" indent="0">
              <a:spcBef>
                <a:spcPts val="0"/>
              </a:spcBef>
              <a:buNone/>
              <a:defRPr sz="1125">
                <a:solidFill>
                  <a:schemeClr val="bg1"/>
                </a:solidFill>
              </a:defRPr>
            </a:lvl1pPr>
            <a:lvl2pPr marL="0" indent="0">
              <a:spcBef>
                <a:spcPts val="0"/>
              </a:spcBef>
              <a:buNone/>
              <a:defRPr sz="1125">
                <a:solidFill>
                  <a:schemeClr val="bg1"/>
                </a:solidFill>
              </a:defRPr>
            </a:lvl2pPr>
            <a:lvl3pPr marL="0" indent="0">
              <a:spcBef>
                <a:spcPts val="0"/>
              </a:spcBef>
              <a:buNone/>
              <a:defRPr sz="1125">
                <a:solidFill>
                  <a:schemeClr val="bg1"/>
                </a:solidFill>
              </a:defRPr>
            </a:lvl3pPr>
            <a:lvl4pPr marL="0" indent="0">
              <a:spcBef>
                <a:spcPts val="0"/>
              </a:spcBef>
              <a:buNone/>
              <a:defRPr sz="1125">
                <a:solidFill>
                  <a:schemeClr val="bg1"/>
                </a:solidFill>
              </a:defRPr>
            </a:lvl4pPr>
            <a:lvl5pPr marL="0" indent="0">
              <a:spcBef>
                <a:spcPts val="0"/>
              </a:spcBef>
              <a:buNone/>
              <a:defRPr sz="1125">
                <a:solidFill>
                  <a:schemeClr val="bg1"/>
                </a:solidFill>
              </a:defRPr>
            </a:lvl5pPr>
            <a:lvl6pPr marL="0" indent="0">
              <a:spcBef>
                <a:spcPts val="0"/>
              </a:spcBef>
              <a:buNone/>
              <a:defRPr sz="1125">
                <a:solidFill>
                  <a:schemeClr val="bg1"/>
                </a:solidFill>
              </a:defRPr>
            </a:lvl6pPr>
            <a:lvl7pPr marL="0" indent="0">
              <a:spcBef>
                <a:spcPts val="0"/>
              </a:spcBef>
              <a:buNone/>
              <a:defRPr sz="1125">
                <a:solidFill>
                  <a:schemeClr val="bg1"/>
                </a:solidFill>
              </a:defRPr>
            </a:lvl7pPr>
            <a:lvl8pPr marL="0" indent="0">
              <a:spcBef>
                <a:spcPts val="0"/>
              </a:spcBef>
              <a:buNone/>
              <a:defRPr sz="1125">
                <a:solidFill>
                  <a:schemeClr val="bg1"/>
                </a:solidFill>
              </a:defRPr>
            </a:lvl8pPr>
            <a:lvl9pPr marL="0" indent="0">
              <a:spcBef>
                <a:spcPts val="0"/>
              </a:spcBef>
              <a:buNone/>
              <a:defRPr sz="1125">
                <a:solidFill>
                  <a:schemeClr val="bg1"/>
                </a:solidFill>
              </a:defRPr>
            </a:lvl9pPr>
          </a:lstStyle>
          <a:p>
            <a:pPr lvl="0"/>
            <a:r>
              <a:rPr lang="en-US"/>
              <a:t>Click to edit Master text styles</a:t>
            </a:r>
          </a:p>
        </p:txBody>
      </p:sp>
      <p:sp>
        <p:nvSpPr>
          <p:cNvPr id="3" name="Date Placeholder 2"/>
          <p:cNvSpPr>
            <a:spLocks noGrp="1"/>
          </p:cNvSpPr>
          <p:nvPr>
            <p:ph type="dt" sz="half" idx="10"/>
          </p:nvPr>
        </p:nvSpPr>
        <p:spPr/>
        <p:txBody>
          <a:bodyPr/>
          <a:lstStyle/>
          <a:p>
            <a:fld id="{ECAA57DF-1C19-4726-AB84-014692BAD8F5}" type="datetimeFigureOut">
              <a:rPr lang="en-US" smtClean="0"/>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4C631-C489-4C11-812F-2172FBEAE82B}" type="slidenum">
              <a:rPr lang="en-US" smtClean="0"/>
              <a:t>‹#›</a:t>
            </a:fld>
            <a:endParaRPr lang="en-US"/>
          </a:p>
        </p:txBody>
      </p:sp>
      <p:sp>
        <p:nvSpPr>
          <p:cNvPr id="7" name="Text Placeholder 6"/>
          <p:cNvSpPr>
            <a:spLocks noGrp="1"/>
          </p:cNvSpPr>
          <p:nvPr>
            <p:ph type="body" sz="quarter" idx="13" hasCustomPrompt="1"/>
          </p:nvPr>
        </p:nvSpPr>
        <p:spPr>
          <a:xfrm>
            <a:off x="952500" y="5201922"/>
            <a:ext cx="10668000" cy="1083733"/>
          </a:xfrm>
          <a:prstGeom prst="round1Rect">
            <a:avLst/>
          </a:prstGeom>
          <a:solidFill>
            <a:schemeClr val="accent2"/>
          </a:solidFill>
        </p:spPr>
        <p:txBody>
          <a:bodyPr lIns="365760" anchor="ctr">
            <a:noAutofit/>
          </a:bodyPr>
          <a:lstStyle>
            <a:lvl1pPr marL="0" indent="0">
              <a:spcBef>
                <a:spcPts val="0"/>
              </a:spcBef>
              <a:buNone/>
              <a:defRPr sz="2812" cap="all" baseline="0">
                <a:solidFill>
                  <a:schemeClr val="bg1"/>
                </a:solidFill>
                <a:latin typeface="+mj-lt"/>
              </a:defRPr>
            </a:lvl1pPr>
            <a:lvl2pPr marL="0" indent="0">
              <a:spcBef>
                <a:spcPts val="0"/>
              </a:spcBef>
              <a:buNone/>
              <a:defRPr sz="2812" cap="all" baseline="0">
                <a:solidFill>
                  <a:schemeClr val="bg1"/>
                </a:solidFill>
                <a:latin typeface="+mj-lt"/>
              </a:defRPr>
            </a:lvl2pPr>
            <a:lvl3pPr marL="0" indent="0">
              <a:spcBef>
                <a:spcPts val="0"/>
              </a:spcBef>
              <a:buNone/>
              <a:defRPr sz="2812" cap="all" baseline="0">
                <a:solidFill>
                  <a:schemeClr val="bg1"/>
                </a:solidFill>
                <a:latin typeface="+mj-lt"/>
              </a:defRPr>
            </a:lvl3pPr>
            <a:lvl4pPr marL="0" indent="0">
              <a:spcBef>
                <a:spcPts val="0"/>
              </a:spcBef>
              <a:buNone/>
              <a:defRPr sz="2812" cap="all" baseline="0">
                <a:solidFill>
                  <a:schemeClr val="bg1"/>
                </a:solidFill>
                <a:latin typeface="+mj-lt"/>
              </a:defRPr>
            </a:lvl4pPr>
            <a:lvl5pPr marL="0" indent="0">
              <a:spcBef>
                <a:spcPts val="0"/>
              </a:spcBef>
              <a:buNone/>
              <a:defRPr sz="2812" cap="all" baseline="0">
                <a:solidFill>
                  <a:schemeClr val="bg1"/>
                </a:solidFill>
                <a:latin typeface="+mj-lt"/>
              </a:defRPr>
            </a:lvl5pPr>
            <a:lvl6pPr marL="0" indent="0">
              <a:spcBef>
                <a:spcPts val="0"/>
              </a:spcBef>
              <a:buNone/>
              <a:defRPr sz="2812" cap="all" baseline="0">
                <a:solidFill>
                  <a:schemeClr val="bg1"/>
                </a:solidFill>
                <a:latin typeface="+mj-lt"/>
              </a:defRPr>
            </a:lvl6pPr>
            <a:lvl7pPr marL="0" indent="0">
              <a:spcBef>
                <a:spcPts val="0"/>
              </a:spcBef>
              <a:buNone/>
              <a:defRPr sz="2812" cap="all" baseline="0">
                <a:solidFill>
                  <a:schemeClr val="bg1"/>
                </a:solidFill>
                <a:latin typeface="+mj-lt"/>
              </a:defRPr>
            </a:lvl7pPr>
            <a:lvl8pPr marL="0" indent="0">
              <a:spcBef>
                <a:spcPts val="0"/>
              </a:spcBef>
              <a:buNone/>
              <a:defRPr sz="2812" cap="all" baseline="0">
                <a:solidFill>
                  <a:schemeClr val="bg1"/>
                </a:solidFill>
                <a:latin typeface="+mj-lt"/>
              </a:defRPr>
            </a:lvl8pPr>
            <a:lvl9pPr marL="0" indent="0">
              <a:spcBef>
                <a:spcPts val="0"/>
              </a:spcBef>
              <a:buNone/>
              <a:defRPr sz="2812" cap="all" baseline="0">
                <a:solidFill>
                  <a:schemeClr val="bg1"/>
                </a:solidFill>
                <a:latin typeface="+mj-lt"/>
              </a:defRPr>
            </a:lvl9pPr>
          </a:lstStyle>
          <a:p>
            <a:pPr lvl="0"/>
            <a:r>
              <a:rPr lang="en-US" dirty="0"/>
              <a:t>Heading</a:t>
            </a:r>
          </a:p>
        </p:txBody>
      </p:sp>
      <p:sp>
        <p:nvSpPr>
          <p:cNvPr id="19" name="Content Placeholder 17"/>
          <p:cNvSpPr>
            <a:spLocks noGrp="1"/>
          </p:cNvSpPr>
          <p:nvPr>
            <p:ph sz="quarter" idx="24" hasCustomPrompt="1"/>
          </p:nvPr>
        </p:nvSpPr>
        <p:spPr>
          <a:xfrm>
            <a:off x="952500" y="6285653"/>
            <a:ext cx="10668000" cy="60960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1" name="Text Placeholder 6"/>
          <p:cNvSpPr>
            <a:spLocks noGrp="1"/>
          </p:cNvSpPr>
          <p:nvPr>
            <p:ph type="body" sz="quarter" idx="17" hasCustomPrompt="1"/>
          </p:nvPr>
        </p:nvSpPr>
        <p:spPr>
          <a:xfrm>
            <a:off x="952500" y="13362434"/>
            <a:ext cx="10668000" cy="1083733"/>
          </a:xfrm>
          <a:prstGeom prst="round1Rect">
            <a:avLst/>
          </a:prstGeom>
          <a:solidFill>
            <a:schemeClr val="accent3"/>
          </a:solidFill>
        </p:spPr>
        <p:txBody>
          <a:bodyPr lIns="365760" anchor="ctr">
            <a:noAutofit/>
          </a:bodyPr>
          <a:lstStyle>
            <a:lvl1pPr marL="0" indent="0">
              <a:spcBef>
                <a:spcPts val="0"/>
              </a:spcBef>
              <a:buNone/>
              <a:defRPr sz="2812" cap="all" baseline="0">
                <a:solidFill>
                  <a:schemeClr val="bg1"/>
                </a:solidFill>
                <a:latin typeface="+mj-lt"/>
              </a:defRPr>
            </a:lvl1pPr>
            <a:lvl2pPr marL="0" indent="0">
              <a:spcBef>
                <a:spcPts val="0"/>
              </a:spcBef>
              <a:buNone/>
              <a:defRPr sz="2812" cap="all" baseline="0">
                <a:solidFill>
                  <a:schemeClr val="bg1"/>
                </a:solidFill>
                <a:latin typeface="+mj-lt"/>
              </a:defRPr>
            </a:lvl2pPr>
            <a:lvl3pPr marL="0" indent="0">
              <a:spcBef>
                <a:spcPts val="0"/>
              </a:spcBef>
              <a:buNone/>
              <a:defRPr sz="2812" cap="all" baseline="0">
                <a:solidFill>
                  <a:schemeClr val="bg1"/>
                </a:solidFill>
                <a:latin typeface="+mj-lt"/>
              </a:defRPr>
            </a:lvl3pPr>
            <a:lvl4pPr marL="0" indent="0">
              <a:spcBef>
                <a:spcPts val="0"/>
              </a:spcBef>
              <a:buNone/>
              <a:defRPr sz="2812" cap="all" baseline="0">
                <a:solidFill>
                  <a:schemeClr val="bg1"/>
                </a:solidFill>
                <a:latin typeface="+mj-lt"/>
              </a:defRPr>
            </a:lvl4pPr>
            <a:lvl5pPr marL="0" indent="0">
              <a:spcBef>
                <a:spcPts val="0"/>
              </a:spcBef>
              <a:buNone/>
              <a:defRPr sz="2812" cap="all" baseline="0">
                <a:solidFill>
                  <a:schemeClr val="bg1"/>
                </a:solidFill>
                <a:latin typeface="+mj-lt"/>
              </a:defRPr>
            </a:lvl5pPr>
            <a:lvl6pPr marL="0" indent="0">
              <a:spcBef>
                <a:spcPts val="0"/>
              </a:spcBef>
              <a:buNone/>
              <a:defRPr sz="2812" cap="all" baseline="0">
                <a:solidFill>
                  <a:schemeClr val="bg1"/>
                </a:solidFill>
                <a:latin typeface="+mj-lt"/>
              </a:defRPr>
            </a:lvl6pPr>
            <a:lvl7pPr marL="0" indent="0">
              <a:spcBef>
                <a:spcPts val="0"/>
              </a:spcBef>
              <a:buNone/>
              <a:defRPr sz="2812" cap="all" baseline="0">
                <a:solidFill>
                  <a:schemeClr val="bg1"/>
                </a:solidFill>
                <a:latin typeface="+mj-lt"/>
              </a:defRPr>
            </a:lvl7pPr>
            <a:lvl8pPr marL="0" indent="0">
              <a:spcBef>
                <a:spcPts val="0"/>
              </a:spcBef>
              <a:buNone/>
              <a:defRPr sz="2812" cap="all" baseline="0">
                <a:solidFill>
                  <a:schemeClr val="bg1"/>
                </a:solidFill>
                <a:latin typeface="+mj-lt"/>
              </a:defRPr>
            </a:lvl8pPr>
            <a:lvl9pPr marL="0" indent="0">
              <a:spcBef>
                <a:spcPts val="0"/>
              </a:spcBef>
              <a:buNone/>
              <a:defRPr sz="2812" cap="all" baseline="0">
                <a:solidFill>
                  <a:schemeClr val="bg1"/>
                </a:solidFill>
                <a:latin typeface="+mj-lt"/>
              </a:defRPr>
            </a:lvl9pPr>
          </a:lstStyle>
          <a:p>
            <a:pPr lvl="0"/>
            <a:r>
              <a:rPr lang="en-US" dirty="0"/>
              <a:t>Heading</a:t>
            </a:r>
          </a:p>
        </p:txBody>
      </p:sp>
      <p:sp>
        <p:nvSpPr>
          <p:cNvPr id="20" name="Content Placeholder 17"/>
          <p:cNvSpPr>
            <a:spLocks noGrp="1"/>
          </p:cNvSpPr>
          <p:nvPr>
            <p:ph sz="quarter" idx="25" hasCustomPrompt="1"/>
          </p:nvPr>
        </p:nvSpPr>
        <p:spPr>
          <a:xfrm>
            <a:off x="952500" y="14446168"/>
            <a:ext cx="10668000" cy="8078369"/>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3" name="Text Placeholder 6"/>
          <p:cNvSpPr>
            <a:spLocks noGrp="1"/>
          </p:cNvSpPr>
          <p:nvPr>
            <p:ph type="body" sz="quarter" idx="19" hasCustomPrompt="1"/>
          </p:nvPr>
        </p:nvSpPr>
        <p:spPr>
          <a:xfrm>
            <a:off x="952500" y="22961602"/>
            <a:ext cx="10668000" cy="1083733"/>
          </a:xfrm>
          <a:prstGeom prst="round1Rect">
            <a:avLst/>
          </a:prstGeom>
          <a:solidFill>
            <a:schemeClr val="accent4"/>
          </a:solidFill>
        </p:spPr>
        <p:txBody>
          <a:bodyPr lIns="365760" anchor="ctr">
            <a:noAutofit/>
          </a:bodyPr>
          <a:lstStyle>
            <a:lvl1pPr marL="0" indent="0">
              <a:spcBef>
                <a:spcPts val="0"/>
              </a:spcBef>
              <a:buNone/>
              <a:defRPr sz="2812" cap="all" baseline="0">
                <a:solidFill>
                  <a:schemeClr val="bg1"/>
                </a:solidFill>
                <a:latin typeface="+mj-lt"/>
              </a:defRPr>
            </a:lvl1pPr>
            <a:lvl2pPr marL="0" indent="0">
              <a:spcBef>
                <a:spcPts val="0"/>
              </a:spcBef>
              <a:buNone/>
              <a:defRPr sz="2812" cap="all" baseline="0">
                <a:solidFill>
                  <a:schemeClr val="bg1"/>
                </a:solidFill>
                <a:latin typeface="+mj-lt"/>
              </a:defRPr>
            </a:lvl2pPr>
            <a:lvl3pPr marL="0" indent="0">
              <a:spcBef>
                <a:spcPts val="0"/>
              </a:spcBef>
              <a:buNone/>
              <a:defRPr sz="2812" cap="all" baseline="0">
                <a:solidFill>
                  <a:schemeClr val="bg1"/>
                </a:solidFill>
                <a:latin typeface="+mj-lt"/>
              </a:defRPr>
            </a:lvl3pPr>
            <a:lvl4pPr marL="0" indent="0">
              <a:spcBef>
                <a:spcPts val="0"/>
              </a:spcBef>
              <a:buNone/>
              <a:defRPr sz="2812" cap="all" baseline="0">
                <a:solidFill>
                  <a:schemeClr val="bg1"/>
                </a:solidFill>
                <a:latin typeface="+mj-lt"/>
              </a:defRPr>
            </a:lvl4pPr>
            <a:lvl5pPr marL="0" indent="0">
              <a:spcBef>
                <a:spcPts val="0"/>
              </a:spcBef>
              <a:buNone/>
              <a:defRPr sz="2812" cap="all" baseline="0">
                <a:solidFill>
                  <a:schemeClr val="bg1"/>
                </a:solidFill>
                <a:latin typeface="+mj-lt"/>
              </a:defRPr>
            </a:lvl5pPr>
            <a:lvl6pPr marL="0" indent="0">
              <a:spcBef>
                <a:spcPts val="0"/>
              </a:spcBef>
              <a:buNone/>
              <a:defRPr sz="2812" cap="all" baseline="0">
                <a:solidFill>
                  <a:schemeClr val="bg1"/>
                </a:solidFill>
                <a:latin typeface="+mj-lt"/>
              </a:defRPr>
            </a:lvl6pPr>
            <a:lvl7pPr marL="0" indent="0">
              <a:spcBef>
                <a:spcPts val="0"/>
              </a:spcBef>
              <a:buNone/>
              <a:defRPr sz="2812" cap="all" baseline="0">
                <a:solidFill>
                  <a:schemeClr val="bg1"/>
                </a:solidFill>
                <a:latin typeface="+mj-lt"/>
              </a:defRPr>
            </a:lvl7pPr>
            <a:lvl8pPr marL="0" indent="0">
              <a:spcBef>
                <a:spcPts val="0"/>
              </a:spcBef>
              <a:buNone/>
              <a:defRPr sz="2812" cap="all" baseline="0">
                <a:solidFill>
                  <a:schemeClr val="bg1"/>
                </a:solidFill>
                <a:latin typeface="+mj-lt"/>
              </a:defRPr>
            </a:lvl8pPr>
            <a:lvl9pPr marL="0" indent="0">
              <a:spcBef>
                <a:spcPts val="0"/>
              </a:spcBef>
              <a:buNone/>
              <a:defRPr sz="2812" cap="all" baseline="0">
                <a:solidFill>
                  <a:schemeClr val="bg1"/>
                </a:solidFill>
                <a:latin typeface="+mj-lt"/>
              </a:defRPr>
            </a:lvl9pPr>
          </a:lstStyle>
          <a:p>
            <a:pPr lvl="0"/>
            <a:r>
              <a:rPr lang="en-US" dirty="0"/>
              <a:t>Heading</a:t>
            </a:r>
          </a:p>
        </p:txBody>
      </p:sp>
      <p:sp>
        <p:nvSpPr>
          <p:cNvPr id="21" name="Content Placeholder 17"/>
          <p:cNvSpPr>
            <a:spLocks noGrp="1"/>
          </p:cNvSpPr>
          <p:nvPr>
            <p:ph sz="quarter" idx="26" hasCustomPrompt="1"/>
          </p:nvPr>
        </p:nvSpPr>
        <p:spPr>
          <a:xfrm>
            <a:off x="952500" y="24050752"/>
            <a:ext cx="10668000" cy="40640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5" name="Text Placeholder 6"/>
          <p:cNvSpPr>
            <a:spLocks noGrp="1"/>
          </p:cNvSpPr>
          <p:nvPr>
            <p:ph type="body" sz="quarter" idx="21" hasCustomPrompt="1"/>
          </p:nvPr>
        </p:nvSpPr>
        <p:spPr>
          <a:xfrm>
            <a:off x="12954000" y="5201922"/>
            <a:ext cx="10668000" cy="1083733"/>
          </a:xfrm>
          <a:prstGeom prst="round1Rect">
            <a:avLst/>
          </a:prstGeom>
          <a:solidFill>
            <a:schemeClr val="accent5"/>
          </a:solidFill>
        </p:spPr>
        <p:txBody>
          <a:bodyPr lIns="365760" anchor="ctr">
            <a:noAutofit/>
          </a:bodyPr>
          <a:lstStyle>
            <a:lvl1pPr marL="0" indent="0">
              <a:spcBef>
                <a:spcPts val="0"/>
              </a:spcBef>
              <a:buNone/>
              <a:defRPr sz="2812" cap="all" baseline="0">
                <a:solidFill>
                  <a:schemeClr val="bg1"/>
                </a:solidFill>
                <a:latin typeface="+mj-lt"/>
              </a:defRPr>
            </a:lvl1pPr>
            <a:lvl2pPr marL="0" indent="0">
              <a:spcBef>
                <a:spcPts val="0"/>
              </a:spcBef>
              <a:buNone/>
              <a:defRPr sz="2812" cap="all" baseline="0">
                <a:solidFill>
                  <a:schemeClr val="bg1"/>
                </a:solidFill>
                <a:latin typeface="+mj-lt"/>
              </a:defRPr>
            </a:lvl2pPr>
            <a:lvl3pPr marL="0" indent="0">
              <a:spcBef>
                <a:spcPts val="0"/>
              </a:spcBef>
              <a:buNone/>
              <a:defRPr sz="2812" cap="all" baseline="0">
                <a:solidFill>
                  <a:schemeClr val="bg1"/>
                </a:solidFill>
                <a:latin typeface="+mj-lt"/>
              </a:defRPr>
            </a:lvl3pPr>
            <a:lvl4pPr marL="0" indent="0">
              <a:spcBef>
                <a:spcPts val="0"/>
              </a:spcBef>
              <a:buNone/>
              <a:defRPr sz="2812" cap="all" baseline="0">
                <a:solidFill>
                  <a:schemeClr val="bg1"/>
                </a:solidFill>
                <a:latin typeface="+mj-lt"/>
              </a:defRPr>
            </a:lvl4pPr>
            <a:lvl5pPr marL="0" indent="0">
              <a:spcBef>
                <a:spcPts val="0"/>
              </a:spcBef>
              <a:buNone/>
              <a:defRPr sz="2812" cap="all" baseline="0">
                <a:solidFill>
                  <a:schemeClr val="bg1"/>
                </a:solidFill>
                <a:latin typeface="+mj-lt"/>
              </a:defRPr>
            </a:lvl5pPr>
            <a:lvl6pPr marL="0" indent="0">
              <a:spcBef>
                <a:spcPts val="0"/>
              </a:spcBef>
              <a:buNone/>
              <a:defRPr sz="2812" cap="all" baseline="0">
                <a:solidFill>
                  <a:schemeClr val="bg1"/>
                </a:solidFill>
                <a:latin typeface="+mj-lt"/>
              </a:defRPr>
            </a:lvl6pPr>
            <a:lvl7pPr marL="0" indent="0">
              <a:spcBef>
                <a:spcPts val="0"/>
              </a:spcBef>
              <a:buNone/>
              <a:defRPr sz="2812" cap="all" baseline="0">
                <a:solidFill>
                  <a:schemeClr val="bg1"/>
                </a:solidFill>
                <a:latin typeface="+mj-lt"/>
              </a:defRPr>
            </a:lvl7pPr>
            <a:lvl8pPr marL="0" indent="0">
              <a:spcBef>
                <a:spcPts val="0"/>
              </a:spcBef>
              <a:buNone/>
              <a:defRPr sz="2812" cap="all" baseline="0">
                <a:solidFill>
                  <a:schemeClr val="bg1"/>
                </a:solidFill>
                <a:latin typeface="+mj-lt"/>
              </a:defRPr>
            </a:lvl8pPr>
            <a:lvl9pPr marL="0" indent="0">
              <a:spcBef>
                <a:spcPts val="0"/>
              </a:spcBef>
              <a:buNone/>
              <a:defRPr sz="2812" cap="all" baseline="0">
                <a:solidFill>
                  <a:schemeClr val="bg1"/>
                </a:solidFill>
                <a:latin typeface="+mj-lt"/>
              </a:defRPr>
            </a:lvl9pPr>
          </a:lstStyle>
          <a:p>
            <a:pPr lvl="0"/>
            <a:r>
              <a:rPr lang="en-US" dirty="0"/>
              <a:t>Heading</a:t>
            </a:r>
          </a:p>
        </p:txBody>
      </p:sp>
      <p:sp>
        <p:nvSpPr>
          <p:cNvPr id="22" name="Content Placeholder 17"/>
          <p:cNvSpPr>
            <a:spLocks noGrp="1"/>
          </p:cNvSpPr>
          <p:nvPr>
            <p:ph sz="quarter" idx="27" hasCustomPrompt="1"/>
          </p:nvPr>
        </p:nvSpPr>
        <p:spPr>
          <a:xfrm>
            <a:off x="12954000" y="6285653"/>
            <a:ext cx="10668000" cy="40640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8" name="Content Placeholder 17"/>
          <p:cNvSpPr>
            <a:spLocks noGrp="1"/>
          </p:cNvSpPr>
          <p:nvPr>
            <p:ph sz="quarter" idx="23" hasCustomPrompt="1"/>
          </p:nvPr>
        </p:nvSpPr>
        <p:spPr>
          <a:xfrm>
            <a:off x="12954000" y="10620587"/>
            <a:ext cx="10668000" cy="54864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3" name="Content Placeholder 17"/>
          <p:cNvSpPr>
            <a:spLocks noGrp="1"/>
          </p:cNvSpPr>
          <p:nvPr>
            <p:ph sz="quarter" idx="28" hasCustomPrompt="1"/>
          </p:nvPr>
        </p:nvSpPr>
        <p:spPr>
          <a:xfrm>
            <a:off x="12954000" y="20861868"/>
            <a:ext cx="10668000" cy="1557867"/>
          </a:xfrm>
        </p:spPr>
        <p:txBody>
          <a:bodyPr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p:txBody>
      </p:sp>
      <p:sp>
        <p:nvSpPr>
          <p:cNvPr id="24" name="Text Placeholder 6"/>
          <p:cNvSpPr>
            <a:spLocks noGrp="1"/>
          </p:cNvSpPr>
          <p:nvPr>
            <p:ph type="body" sz="quarter" idx="29" hasCustomPrompt="1"/>
          </p:nvPr>
        </p:nvSpPr>
        <p:spPr>
          <a:xfrm>
            <a:off x="12954000" y="22961602"/>
            <a:ext cx="10668000" cy="1083733"/>
          </a:xfrm>
          <a:prstGeom prst="round1Rect">
            <a:avLst/>
          </a:prstGeom>
          <a:solidFill>
            <a:schemeClr val="accent6"/>
          </a:solidFill>
        </p:spPr>
        <p:txBody>
          <a:bodyPr lIns="365760" anchor="ctr">
            <a:noAutofit/>
          </a:bodyPr>
          <a:lstStyle>
            <a:lvl1pPr marL="0" indent="0">
              <a:spcBef>
                <a:spcPts val="0"/>
              </a:spcBef>
              <a:buNone/>
              <a:defRPr sz="2812" cap="all" baseline="0">
                <a:solidFill>
                  <a:schemeClr val="bg1"/>
                </a:solidFill>
                <a:latin typeface="+mj-lt"/>
              </a:defRPr>
            </a:lvl1pPr>
            <a:lvl2pPr marL="0" indent="0">
              <a:spcBef>
                <a:spcPts val="0"/>
              </a:spcBef>
              <a:buNone/>
              <a:defRPr sz="2812" cap="all" baseline="0">
                <a:solidFill>
                  <a:schemeClr val="bg1"/>
                </a:solidFill>
                <a:latin typeface="+mj-lt"/>
              </a:defRPr>
            </a:lvl2pPr>
            <a:lvl3pPr marL="0" indent="0">
              <a:spcBef>
                <a:spcPts val="0"/>
              </a:spcBef>
              <a:buNone/>
              <a:defRPr sz="2812" cap="all" baseline="0">
                <a:solidFill>
                  <a:schemeClr val="bg1"/>
                </a:solidFill>
                <a:latin typeface="+mj-lt"/>
              </a:defRPr>
            </a:lvl3pPr>
            <a:lvl4pPr marL="0" indent="0">
              <a:spcBef>
                <a:spcPts val="0"/>
              </a:spcBef>
              <a:buNone/>
              <a:defRPr sz="2812" cap="all" baseline="0">
                <a:solidFill>
                  <a:schemeClr val="bg1"/>
                </a:solidFill>
                <a:latin typeface="+mj-lt"/>
              </a:defRPr>
            </a:lvl4pPr>
            <a:lvl5pPr marL="0" indent="0">
              <a:spcBef>
                <a:spcPts val="0"/>
              </a:spcBef>
              <a:buNone/>
              <a:defRPr sz="2812" cap="all" baseline="0">
                <a:solidFill>
                  <a:schemeClr val="bg1"/>
                </a:solidFill>
                <a:latin typeface="+mj-lt"/>
              </a:defRPr>
            </a:lvl5pPr>
            <a:lvl6pPr marL="0" indent="0">
              <a:spcBef>
                <a:spcPts val="0"/>
              </a:spcBef>
              <a:buNone/>
              <a:defRPr sz="2812" cap="all" baseline="0">
                <a:solidFill>
                  <a:schemeClr val="bg1"/>
                </a:solidFill>
                <a:latin typeface="+mj-lt"/>
              </a:defRPr>
            </a:lvl6pPr>
            <a:lvl7pPr marL="0" indent="0">
              <a:spcBef>
                <a:spcPts val="0"/>
              </a:spcBef>
              <a:buNone/>
              <a:defRPr sz="2812" cap="all" baseline="0">
                <a:solidFill>
                  <a:schemeClr val="bg1"/>
                </a:solidFill>
                <a:latin typeface="+mj-lt"/>
              </a:defRPr>
            </a:lvl7pPr>
            <a:lvl8pPr marL="0" indent="0">
              <a:spcBef>
                <a:spcPts val="0"/>
              </a:spcBef>
              <a:buNone/>
              <a:defRPr sz="2812" cap="all" baseline="0">
                <a:solidFill>
                  <a:schemeClr val="bg1"/>
                </a:solidFill>
                <a:latin typeface="+mj-lt"/>
              </a:defRPr>
            </a:lvl8pPr>
            <a:lvl9pPr marL="0" indent="0">
              <a:spcBef>
                <a:spcPts val="0"/>
              </a:spcBef>
              <a:buNone/>
              <a:defRPr sz="2812" cap="all" baseline="0">
                <a:solidFill>
                  <a:schemeClr val="bg1"/>
                </a:solidFill>
                <a:latin typeface="+mj-lt"/>
              </a:defRPr>
            </a:lvl9pPr>
          </a:lstStyle>
          <a:p>
            <a:pPr lvl="0"/>
            <a:r>
              <a:rPr lang="en-US" dirty="0"/>
              <a:t>Heading</a:t>
            </a:r>
          </a:p>
        </p:txBody>
      </p:sp>
      <p:sp>
        <p:nvSpPr>
          <p:cNvPr id="25" name="Content Placeholder 17"/>
          <p:cNvSpPr>
            <a:spLocks noGrp="1"/>
          </p:cNvSpPr>
          <p:nvPr>
            <p:ph sz="quarter" idx="30" hasCustomPrompt="1"/>
          </p:nvPr>
        </p:nvSpPr>
        <p:spPr>
          <a:xfrm>
            <a:off x="12954000" y="24050752"/>
            <a:ext cx="10668000" cy="40640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6" name="Text Placeholder 6"/>
          <p:cNvSpPr>
            <a:spLocks noGrp="1"/>
          </p:cNvSpPr>
          <p:nvPr>
            <p:ph type="body" sz="quarter" idx="31" hasCustomPrompt="1"/>
          </p:nvPr>
        </p:nvSpPr>
        <p:spPr>
          <a:xfrm>
            <a:off x="24917400" y="5201922"/>
            <a:ext cx="10668000" cy="1083733"/>
          </a:xfrm>
          <a:prstGeom prst="round1Rect">
            <a:avLst/>
          </a:prstGeom>
          <a:solidFill>
            <a:schemeClr val="accent6"/>
          </a:solidFill>
        </p:spPr>
        <p:txBody>
          <a:bodyPr lIns="365760" anchor="ctr">
            <a:noAutofit/>
          </a:bodyPr>
          <a:lstStyle>
            <a:lvl1pPr marL="0" indent="0">
              <a:spcBef>
                <a:spcPts val="0"/>
              </a:spcBef>
              <a:buNone/>
              <a:defRPr sz="2812" cap="all" baseline="0">
                <a:solidFill>
                  <a:schemeClr val="bg1"/>
                </a:solidFill>
                <a:latin typeface="+mj-lt"/>
              </a:defRPr>
            </a:lvl1pPr>
            <a:lvl2pPr marL="0" indent="0">
              <a:spcBef>
                <a:spcPts val="0"/>
              </a:spcBef>
              <a:buNone/>
              <a:defRPr sz="2812" cap="all" baseline="0">
                <a:solidFill>
                  <a:schemeClr val="bg1"/>
                </a:solidFill>
                <a:latin typeface="+mj-lt"/>
              </a:defRPr>
            </a:lvl2pPr>
            <a:lvl3pPr marL="0" indent="0">
              <a:spcBef>
                <a:spcPts val="0"/>
              </a:spcBef>
              <a:buNone/>
              <a:defRPr sz="2812" cap="all" baseline="0">
                <a:solidFill>
                  <a:schemeClr val="bg1"/>
                </a:solidFill>
                <a:latin typeface="+mj-lt"/>
              </a:defRPr>
            </a:lvl3pPr>
            <a:lvl4pPr marL="0" indent="0">
              <a:spcBef>
                <a:spcPts val="0"/>
              </a:spcBef>
              <a:buNone/>
              <a:defRPr sz="2812" cap="all" baseline="0">
                <a:solidFill>
                  <a:schemeClr val="bg1"/>
                </a:solidFill>
                <a:latin typeface="+mj-lt"/>
              </a:defRPr>
            </a:lvl4pPr>
            <a:lvl5pPr marL="0" indent="0">
              <a:spcBef>
                <a:spcPts val="0"/>
              </a:spcBef>
              <a:buNone/>
              <a:defRPr sz="2812" cap="all" baseline="0">
                <a:solidFill>
                  <a:schemeClr val="bg1"/>
                </a:solidFill>
                <a:latin typeface="+mj-lt"/>
              </a:defRPr>
            </a:lvl5pPr>
            <a:lvl6pPr marL="0" indent="0">
              <a:spcBef>
                <a:spcPts val="0"/>
              </a:spcBef>
              <a:buNone/>
              <a:defRPr sz="2812" cap="all" baseline="0">
                <a:solidFill>
                  <a:schemeClr val="bg1"/>
                </a:solidFill>
                <a:latin typeface="+mj-lt"/>
              </a:defRPr>
            </a:lvl6pPr>
            <a:lvl7pPr marL="0" indent="0">
              <a:spcBef>
                <a:spcPts val="0"/>
              </a:spcBef>
              <a:buNone/>
              <a:defRPr sz="2812" cap="all" baseline="0">
                <a:solidFill>
                  <a:schemeClr val="bg1"/>
                </a:solidFill>
                <a:latin typeface="+mj-lt"/>
              </a:defRPr>
            </a:lvl7pPr>
            <a:lvl8pPr marL="0" indent="0">
              <a:spcBef>
                <a:spcPts val="0"/>
              </a:spcBef>
              <a:buNone/>
              <a:defRPr sz="2812" cap="all" baseline="0">
                <a:solidFill>
                  <a:schemeClr val="bg1"/>
                </a:solidFill>
                <a:latin typeface="+mj-lt"/>
              </a:defRPr>
            </a:lvl8pPr>
            <a:lvl9pPr marL="0" indent="0">
              <a:spcBef>
                <a:spcPts val="0"/>
              </a:spcBef>
              <a:buNone/>
              <a:defRPr sz="2812" cap="all" baseline="0">
                <a:solidFill>
                  <a:schemeClr val="bg1"/>
                </a:solidFill>
                <a:latin typeface="+mj-lt"/>
              </a:defRPr>
            </a:lvl9pPr>
          </a:lstStyle>
          <a:p>
            <a:pPr lvl="0"/>
            <a:r>
              <a:rPr lang="en-US" dirty="0"/>
              <a:t>Heading</a:t>
            </a:r>
          </a:p>
        </p:txBody>
      </p:sp>
      <p:sp>
        <p:nvSpPr>
          <p:cNvPr id="27" name="Content Placeholder 17"/>
          <p:cNvSpPr>
            <a:spLocks noGrp="1"/>
          </p:cNvSpPr>
          <p:nvPr>
            <p:ph sz="quarter" idx="32" hasCustomPrompt="1"/>
          </p:nvPr>
        </p:nvSpPr>
        <p:spPr>
          <a:xfrm>
            <a:off x="24917400" y="6285653"/>
            <a:ext cx="10668000" cy="65024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8" name="Content Placeholder 17"/>
          <p:cNvSpPr>
            <a:spLocks noGrp="1"/>
          </p:cNvSpPr>
          <p:nvPr>
            <p:ph sz="quarter" idx="33" hasCustomPrompt="1"/>
          </p:nvPr>
        </p:nvSpPr>
        <p:spPr>
          <a:xfrm>
            <a:off x="24917400" y="14077696"/>
            <a:ext cx="10668000" cy="65024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9" name="Text Placeholder 6"/>
          <p:cNvSpPr>
            <a:spLocks noGrp="1"/>
          </p:cNvSpPr>
          <p:nvPr>
            <p:ph type="body" sz="quarter" idx="34" hasCustomPrompt="1"/>
          </p:nvPr>
        </p:nvSpPr>
        <p:spPr>
          <a:xfrm>
            <a:off x="24917400" y="22961602"/>
            <a:ext cx="10668000" cy="1083733"/>
          </a:xfrm>
          <a:prstGeom prst="round1Rect">
            <a:avLst/>
          </a:prstGeom>
          <a:solidFill>
            <a:schemeClr val="accent1"/>
          </a:solidFill>
        </p:spPr>
        <p:txBody>
          <a:bodyPr lIns="365760" anchor="ctr">
            <a:noAutofit/>
          </a:bodyPr>
          <a:lstStyle>
            <a:lvl1pPr marL="0" indent="0">
              <a:spcBef>
                <a:spcPts val="0"/>
              </a:spcBef>
              <a:buNone/>
              <a:defRPr sz="2812" cap="all" baseline="0">
                <a:solidFill>
                  <a:schemeClr val="bg1"/>
                </a:solidFill>
                <a:latin typeface="+mj-lt"/>
              </a:defRPr>
            </a:lvl1pPr>
            <a:lvl2pPr marL="0" indent="0">
              <a:spcBef>
                <a:spcPts val="0"/>
              </a:spcBef>
              <a:buNone/>
              <a:defRPr sz="2812" cap="all" baseline="0">
                <a:solidFill>
                  <a:schemeClr val="bg1"/>
                </a:solidFill>
                <a:latin typeface="+mj-lt"/>
              </a:defRPr>
            </a:lvl2pPr>
            <a:lvl3pPr marL="0" indent="0">
              <a:spcBef>
                <a:spcPts val="0"/>
              </a:spcBef>
              <a:buNone/>
              <a:defRPr sz="2812" cap="all" baseline="0">
                <a:solidFill>
                  <a:schemeClr val="bg1"/>
                </a:solidFill>
                <a:latin typeface="+mj-lt"/>
              </a:defRPr>
            </a:lvl3pPr>
            <a:lvl4pPr marL="0" indent="0">
              <a:spcBef>
                <a:spcPts val="0"/>
              </a:spcBef>
              <a:buNone/>
              <a:defRPr sz="2812" cap="all" baseline="0">
                <a:solidFill>
                  <a:schemeClr val="bg1"/>
                </a:solidFill>
                <a:latin typeface="+mj-lt"/>
              </a:defRPr>
            </a:lvl4pPr>
            <a:lvl5pPr marL="0" indent="0">
              <a:spcBef>
                <a:spcPts val="0"/>
              </a:spcBef>
              <a:buNone/>
              <a:defRPr sz="2812" cap="all" baseline="0">
                <a:solidFill>
                  <a:schemeClr val="bg1"/>
                </a:solidFill>
                <a:latin typeface="+mj-lt"/>
              </a:defRPr>
            </a:lvl5pPr>
            <a:lvl6pPr marL="0" indent="0">
              <a:spcBef>
                <a:spcPts val="0"/>
              </a:spcBef>
              <a:buNone/>
              <a:defRPr sz="2812" cap="all" baseline="0">
                <a:solidFill>
                  <a:schemeClr val="bg1"/>
                </a:solidFill>
                <a:latin typeface="+mj-lt"/>
              </a:defRPr>
            </a:lvl6pPr>
            <a:lvl7pPr marL="0" indent="0">
              <a:spcBef>
                <a:spcPts val="0"/>
              </a:spcBef>
              <a:buNone/>
              <a:defRPr sz="2812" cap="all" baseline="0">
                <a:solidFill>
                  <a:schemeClr val="bg1"/>
                </a:solidFill>
                <a:latin typeface="+mj-lt"/>
              </a:defRPr>
            </a:lvl7pPr>
            <a:lvl8pPr marL="0" indent="0">
              <a:spcBef>
                <a:spcPts val="0"/>
              </a:spcBef>
              <a:buNone/>
              <a:defRPr sz="2812" cap="all" baseline="0">
                <a:solidFill>
                  <a:schemeClr val="bg1"/>
                </a:solidFill>
                <a:latin typeface="+mj-lt"/>
              </a:defRPr>
            </a:lvl8pPr>
            <a:lvl9pPr marL="0" indent="0">
              <a:spcBef>
                <a:spcPts val="0"/>
              </a:spcBef>
              <a:buNone/>
              <a:defRPr sz="2812" cap="all" baseline="0">
                <a:solidFill>
                  <a:schemeClr val="bg1"/>
                </a:solidFill>
                <a:latin typeface="+mj-lt"/>
              </a:defRPr>
            </a:lvl9pPr>
          </a:lstStyle>
          <a:p>
            <a:pPr lvl="0"/>
            <a:r>
              <a:rPr lang="en-US" dirty="0"/>
              <a:t>Heading</a:t>
            </a:r>
          </a:p>
        </p:txBody>
      </p:sp>
      <p:sp>
        <p:nvSpPr>
          <p:cNvPr id="30" name="Content Placeholder 17"/>
          <p:cNvSpPr>
            <a:spLocks noGrp="1"/>
          </p:cNvSpPr>
          <p:nvPr>
            <p:ph sz="quarter" idx="35" hasCustomPrompt="1"/>
          </p:nvPr>
        </p:nvSpPr>
        <p:spPr>
          <a:xfrm>
            <a:off x="24917400" y="24050752"/>
            <a:ext cx="10668000" cy="4064000"/>
          </a:xfrm>
        </p:spPr>
        <p:txBody>
          <a:bodyPr lIns="365760" tIns="182880"/>
          <a:lstStyle>
            <a:lvl1pPr>
              <a:defRPr baseline="0"/>
            </a:lvl1pPr>
            <a:lvl5pPr>
              <a:defRPr/>
            </a:lvl5pPr>
            <a:lvl6pPr>
              <a:defRPr/>
            </a:lvl6pPr>
            <a:lvl7pPr>
              <a:defRPr/>
            </a:lvl7pPr>
            <a:lvl8pPr>
              <a:defRPr/>
            </a:lvl8pPr>
            <a:lvl9pPr>
              <a:defRPr/>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32" name="Instructions"/>
          <p:cNvSpPr/>
          <p:nvPr userDrawn="1"/>
        </p:nvSpPr>
        <p:spPr>
          <a:xfrm>
            <a:off x="36576000" y="2269066"/>
            <a:ext cx="10372725" cy="29260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8" rIns="128588" rtlCol="0" anchor="t"/>
          <a:lstStyle/>
          <a:p>
            <a:pPr lvl="0">
              <a:spcBef>
                <a:spcPts val="562"/>
              </a:spcBef>
            </a:pPr>
            <a:r>
              <a:rPr sz="4500" dirty="0">
                <a:solidFill>
                  <a:prstClr val="white">
                    <a:lumMod val="50000"/>
                  </a:prstClr>
                </a:solidFill>
                <a:latin typeface="Calibri Light" panose="020F0302020204030204" pitchFamily="34" charset="0"/>
                <a:cs typeface="Calibri" panose="020F0502020204030204" pitchFamily="34" charset="0"/>
              </a:rPr>
              <a:t>Printing:</a:t>
            </a:r>
          </a:p>
          <a:p>
            <a:pPr lvl="0">
              <a:spcBef>
                <a:spcPts val="562"/>
              </a:spcBef>
            </a:pPr>
            <a:r>
              <a:rPr lang="en-US" sz="3094" dirty="0">
                <a:solidFill>
                  <a:prstClr val="white">
                    <a:lumMod val="50000"/>
                  </a:prstClr>
                </a:solidFill>
                <a:latin typeface="Calibri Light" panose="020F0302020204030204" pitchFamily="34" charset="0"/>
                <a:cs typeface="Calibri" panose="020F0502020204030204" pitchFamily="34" charset="0"/>
              </a:rPr>
              <a:t>This poster is 48” wide by 36” high. It’s designed to be printed on a large-format printer.</a:t>
            </a:r>
          </a:p>
          <a:p>
            <a:pPr lvl="0">
              <a:spcBef>
                <a:spcPts val="141"/>
              </a:spcBef>
            </a:pPr>
            <a:endParaRPr sz="2812" dirty="0">
              <a:solidFill>
                <a:prstClr val="white">
                  <a:lumMod val="50000"/>
                </a:prstClr>
              </a:solidFill>
              <a:latin typeface="Calibri Light" panose="020F0302020204030204" pitchFamily="34" charset="0"/>
              <a:cs typeface="Calibri" panose="020F0502020204030204" pitchFamily="34" charset="0"/>
            </a:endParaRPr>
          </a:p>
          <a:p>
            <a:pPr lvl="0">
              <a:spcBef>
                <a:spcPts val="562"/>
              </a:spcBef>
            </a:pPr>
            <a:r>
              <a:rPr sz="4125" dirty="0">
                <a:solidFill>
                  <a:prstClr val="white">
                    <a:lumMod val="50000"/>
                  </a:prstClr>
                </a:solidFill>
                <a:latin typeface="Calibri Light" panose="020F0302020204030204" pitchFamily="34" charset="0"/>
                <a:cs typeface="Calibri" panose="020F0502020204030204" pitchFamily="34" charset="0"/>
              </a:rPr>
              <a:t>Customizing the Content:</a:t>
            </a:r>
          </a:p>
          <a:p>
            <a:pPr lvl="0">
              <a:spcBef>
                <a:spcPts val="562"/>
              </a:spcBef>
            </a:pPr>
            <a:r>
              <a:rPr sz="3094" dirty="0">
                <a:solidFill>
                  <a:prstClr val="white">
                    <a:lumMod val="50000"/>
                  </a:prstClr>
                </a:solidFill>
                <a:latin typeface="Calibri Light" panose="020F0302020204030204" pitchFamily="34" charset="0"/>
                <a:cs typeface="Calibri" panose="020F0502020204030204" pitchFamily="34" charset="0"/>
              </a:rPr>
              <a:t>The placeholders in this </a:t>
            </a:r>
            <a:r>
              <a:rPr lang="en-US" sz="3094" dirty="0">
                <a:solidFill>
                  <a:prstClr val="white">
                    <a:lumMod val="50000"/>
                  </a:prstClr>
                </a:solidFill>
                <a:latin typeface="Calibri Light" panose="020F0302020204030204" pitchFamily="34" charset="0"/>
                <a:cs typeface="Calibri" panose="020F0502020204030204" pitchFamily="34" charset="0"/>
              </a:rPr>
              <a:t>poster </a:t>
            </a:r>
            <a:r>
              <a:rPr sz="3094" dirty="0">
                <a:solidFill>
                  <a:prstClr val="white">
                    <a:lumMod val="50000"/>
                  </a:prstClr>
                </a:solidFill>
                <a:latin typeface="Calibri Light" panose="020F0302020204030204" pitchFamily="34" charset="0"/>
                <a:cs typeface="Calibri" panose="020F0502020204030204" pitchFamily="34" charset="0"/>
              </a:rPr>
              <a:t>are formatted for you. </a:t>
            </a:r>
            <a:r>
              <a:rPr lang="en-US" sz="3094" dirty="0">
                <a:solidFill>
                  <a:prstClr val="white">
                    <a:lumMod val="50000"/>
                  </a:prstClr>
                </a:solidFill>
                <a:latin typeface="Calibri Light" panose="020F0302020204030204" pitchFamily="34" charset="0"/>
                <a:cs typeface="Calibri" panose="020F0502020204030204" pitchFamily="34" charset="0"/>
              </a:rPr>
              <a:t>Type</a:t>
            </a:r>
            <a:r>
              <a:rPr lang="en-US" sz="3094" baseline="0" dirty="0">
                <a:solidFill>
                  <a:prstClr val="white">
                    <a:lumMod val="50000"/>
                  </a:prstClr>
                </a:solidFill>
                <a:latin typeface="Calibri Light" panose="020F0302020204030204" pitchFamily="34" charset="0"/>
                <a:cs typeface="Calibri" panose="020F0502020204030204" pitchFamily="34" charset="0"/>
              </a:rPr>
              <a:t> in the placeholders </a:t>
            </a:r>
            <a:r>
              <a:rPr lang="en-US" sz="3094" dirty="0">
                <a:solidFill>
                  <a:prstClr val="white">
                    <a:lumMod val="50000"/>
                  </a:prstClr>
                </a:solidFill>
                <a:latin typeface="Calibri Light" panose="020F0302020204030204" pitchFamily="34" charset="0"/>
                <a:cs typeface="Calibri" panose="020F0502020204030204" pitchFamily="34" charset="0"/>
              </a:rPr>
              <a:t>to add text, or c</a:t>
            </a:r>
            <a:r>
              <a:rPr lang="en-US" sz="3094" baseline="0" dirty="0">
                <a:solidFill>
                  <a:prstClr val="white">
                    <a:lumMod val="50000"/>
                  </a:prstClr>
                </a:solidFill>
                <a:latin typeface="Calibri Light" panose="020F0302020204030204" pitchFamily="34" charset="0"/>
                <a:cs typeface="Calibri" panose="020F0502020204030204" pitchFamily="34" charset="0"/>
              </a:rPr>
              <a:t>lick an icon to add a table, chart, SmartArt graphic, picture or multimedia file.</a:t>
            </a:r>
          </a:p>
          <a:p>
            <a:pPr lvl="0">
              <a:spcBef>
                <a:spcPts val="1125"/>
              </a:spcBef>
            </a:pPr>
            <a:r>
              <a:rPr lang="en-US" sz="3094" dirty="0">
                <a:solidFill>
                  <a:prstClr val="white">
                    <a:lumMod val="50000"/>
                  </a:prstClr>
                </a:solidFill>
                <a:latin typeface="Calibri Light" panose="020F0302020204030204" pitchFamily="34" charset="0"/>
                <a:cs typeface="Calibri" panose="020F0502020204030204" pitchFamily="34" charset="0"/>
              </a:rPr>
              <a:t>T</a:t>
            </a:r>
            <a:r>
              <a:rPr sz="3094" dirty="0">
                <a:solidFill>
                  <a:prstClr val="white">
                    <a:lumMod val="50000"/>
                  </a:prstClr>
                </a:solidFill>
                <a:latin typeface="Calibri Light" panose="020F0302020204030204" pitchFamily="34" charset="0"/>
                <a:cs typeface="Calibri" panose="020F0502020204030204" pitchFamily="34" charset="0"/>
              </a:rPr>
              <a:t>o add or remove bullet points from text, just click the Bullets button on the Home tab.</a:t>
            </a:r>
          </a:p>
          <a:p>
            <a:pPr lvl="0">
              <a:spcBef>
                <a:spcPts val="1125"/>
              </a:spcBef>
            </a:pPr>
            <a:r>
              <a:rPr sz="3094" dirty="0">
                <a:solidFill>
                  <a:prstClr val="white">
                    <a:lumMod val="50000"/>
                  </a:prstClr>
                </a:solidFill>
                <a:latin typeface="Calibri Light" panose="020F0302020204030204" pitchFamily="34" charset="0"/>
                <a:cs typeface="Calibri" panose="020F0502020204030204" pitchFamily="34" charset="0"/>
              </a:rPr>
              <a:t>If you need more placeholders for titles, </a:t>
            </a:r>
            <a:r>
              <a:rPr lang="en-US" sz="3094" dirty="0">
                <a:solidFill>
                  <a:prstClr val="white">
                    <a:lumMod val="50000"/>
                  </a:prstClr>
                </a:solidFill>
                <a:latin typeface="Calibri Light" panose="020F0302020204030204" pitchFamily="34" charset="0"/>
                <a:cs typeface="Calibri" panose="020F0502020204030204" pitchFamily="34" charset="0"/>
              </a:rPr>
              <a:t>content</a:t>
            </a:r>
            <a:r>
              <a:rPr sz="3094" dirty="0">
                <a:solidFill>
                  <a:prstClr val="white">
                    <a:lumMod val="50000"/>
                  </a:prstClr>
                </a:solidFill>
                <a:latin typeface="Calibri Light" panose="020F0302020204030204" pitchFamily="34" charset="0"/>
                <a:cs typeface="Calibri" panose="020F0502020204030204" pitchFamily="34" charset="0"/>
              </a:rPr>
              <a:t> or body text, just make a copy of what you need and drag it into place. PowerPoint’s Smart Guides will help you align it with everything else.</a:t>
            </a:r>
          </a:p>
          <a:p>
            <a:pPr lvl="0">
              <a:spcBef>
                <a:spcPts val="1125"/>
              </a:spcBef>
            </a:pPr>
            <a:r>
              <a:rPr sz="3094" dirty="0">
                <a:solidFill>
                  <a:prstClr val="white">
                    <a:lumMod val="50000"/>
                  </a:prstClr>
                </a:solidFill>
                <a:latin typeface="Calibri Light" panose="020F0302020204030204" pitchFamily="34" charset="0"/>
                <a:cs typeface="Calibri" panose="020F0502020204030204" pitchFamily="34" charset="0"/>
              </a:rPr>
              <a:t>Want to use your own pictures instead of ours? No problem! Just </a:t>
            </a:r>
            <a:r>
              <a:rPr lang="en-US" sz="3094" dirty="0">
                <a:solidFill>
                  <a:prstClr val="white">
                    <a:lumMod val="50000"/>
                  </a:prstClr>
                </a:solidFill>
                <a:latin typeface="Calibri Light" panose="020F0302020204030204" pitchFamily="34" charset="0"/>
                <a:cs typeface="Calibri" panose="020F0502020204030204" pitchFamily="34" charset="0"/>
              </a:rPr>
              <a:t>right-</a:t>
            </a:r>
            <a:r>
              <a:rPr sz="3094" dirty="0">
                <a:solidFill>
                  <a:prstClr val="white">
                    <a:lumMod val="50000"/>
                  </a:prstClr>
                </a:solidFill>
                <a:latin typeface="Calibri Light" panose="020F0302020204030204" pitchFamily="34" charset="0"/>
                <a:cs typeface="Calibri" panose="020F0502020204030204" pitchFamily="34" charset="0"/>
              </a:rPr>
              <a:t>click a picture</a:t>
            </a:r>
            <a:r>
              <a:rPr lang="en-US" sz="3094" dirty="0">
                <a:solidFill>
                  <a:prstClr val="white">
                    <a:lumMod val="50000"/>
                  </a:prstClr>
                </a:solidFill>
                <a:latin typeface="Calibri Light" panose="020F0302020204030204" pitchFamily="34" charset="0"/>
                <a:cs typeface="Calibri" panose="020F0502020204030204" pitchFamily="34" charset="0"/>
              </a:rPr>
              <a:t> and choose Change Picture. Maintain the</a:t>
            </a:r>
            <a:r>
              <a:rPr lang="en-US" sz="3094" baseline="0" dirty="0">
                <a:solidFill>
                  <a:prstClr val="white">
                    <a:lumMod val="50000"/>
                  </a:prstClr>
                </a:solidFill>
                <a:latin typeface="Calibri Light" panose="020F0302020204030204" pitchFamily="34" charset="0"/>
                <a:cs typeface="Calibri" panose="020F0502020204030204" pitchFamily="34" charset="0"/>
              </a:rPr>
              <a:t> proportion of pictures as you r</a:t>
            </a:r>
            <a:r>
              <a:rPr lang="en-US" sz="3094" dirty="0">
                <a:solidFill>
                  <a:prstClr val="white">
                    <a:lumMod val="50000"/>
                  </a:prstClr>
                </a:solidFill>
                <a:latin typeface="Calibri Light" panose="020F0302020204030204" pitchFamily="34" charset="0"/>
                <a:cs typeface="Calibri" panose="020F0502020204030204" pitchFamily="34" charset="0"/>
              </a:rPr>
              <a:t>esize</a:t>
            </a:r>
            <a:r>
              <a:rPr lang="en-US" sz="3094" baseline="0" dirty="0">
                <a:solidFill>
                  <a:prstClr val="white">
                    <a:lumMod val="50000"/>
                  </a:prstClr>
                </a:solidFill>
                <a:latin typeface="Calibri Light" panose="020F0302020204030204" pitchFamily="34" charset="0"/>
                <a:cs typeface="Calibri" panose="020F0502020204030204" pitchFamily="34" charset="0"/>
              </a:rPr>
              <a:t> by dragging a corner.</a:t>
            </a:r>
            <a:endParaRPr sz="3094" dirty="0">
              <a:solidFill>
                <a:prstClr val="white">
                  <a:lumMod val="50000"/>
                </a:prstClr>
              </a:solidFill>
              <a:latin typeface="Calibri Light" panose="020F0302020204030204" pitchFamily="34" charset="0"/>
              <a:cs typeface="Calibri" panose="020F0502020204030204" pitchFamily="34" charset="0"/>
            </a:endParaRPr>
          </a:p>
        </p:txBody>
      </p:sp>
    </p:spTree>
    <p:extLst>
      <p:ext uri="{BB962C8B-B14F-4D97-AF65-F5344CB8AC3E}">
        <p14:creationId xmlns:p14="http://schemas.microsoft.com/office/powerpoint/2010/main" val="145907722"/>
      </p:ext>
    </p:extLst>
  </p:cSld>
  <p:clrMapOvr>
    <a:masterClrMapping/>
  </p:clrMapOvr>
  <p:extLst>
    <p:ext uri="{DCECCB84-F9BA-43D5-87BE-67443E8EF086}">
      <p15:sldGuideLst xmlns:p15="http://schemas.microsoft.com/office/powerpoint/2012/main">
        <p15:guide id="1" pos="7640" userDrawn="1">
          <p15:clr>
            <a:srgbClr val="A4A3A4"/>
          </p15:clr>
        </p15:guide>
        <p15:guide id="2" pos="15400" userDrawn="1">
          <p15:clr>
            <a:srgbClr val="A4A3A4"/>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invGray">
          <a:xfrm>
            <a:off x="0" y="0"/>
            <a:ext cx="36576000" cy="4470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402"/>
          </a:p>
        </p:txBody>
      </p:sp>
      <p:sp>
        <p:nvSpPr>
          <p:cNvPr id="2" name="Title Placeholder 1"/>
          <p:cNvSpPr>
            <a:spLocks noGrp="1"/>
          </p:cNvSpPr>
          <p:nvPr>
            <p:ph type="title"/>
          </p:nvPr>
        </p:nvSpPr>
        <p:spPr bwMode="auto">
          <a:xfrm>
            <a:off x="5334000" y="880535"/>
            <a:ext cx="25908000" cy="223514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334000" y="5350934"/>
            <a:ext cx="25908000" cy="210041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52500" y="28546398"/>
            <a:ext cx="8229600" cy="406400"/>
          </a:xfrm>
          <a:prstGeom prst="rect">
            <a:avLst/>
          </a:prstGeom>
        </p:spPr>
        <p:txBody>
          <a:bodyPr vert="horz" lIns="91440" tIns="45720" rIns="91440" bIns="45720" rtlCol="0" anchor="ctr"/>
          <a:lstStyle>
            <a:lvl1pPr algn="l">
              <a:defRPr sz="750">
                <a:solidFill>
                  <a:schemeClr val="tx1">
                    <a:tint val="75000"/>
                  </a:schemeClr>
                </a:solidFill>
              </a:defRPr>
            </a:lvl1pPr>
          </a:lstStyle>
          <a:p>
            <a:fld id="{ECAA57DF-1C19-4726-AB84-014692BAD8F5}" type="datetimeFigureOut">
              <a:rPr lang="en-US" smtClean="0"/>
              <a:pPr/>
              <a:t>4/13/2026</a:t>
            </a:fld>
            <a:endParaRPr lang="en-US"/>
          </a:p>
        </p:txBody>
      </p:sp>
      <p:sp>
        <p:nvSpPr>
          <p:cNvPr id="5" name="Footer Placeholder 4"/>
          <p:cNvSpPr>
            <a:spLocks noGrp="1"/>
          </p:cNvSpPr>
          <p:nvPr>
            <p:ph type="ftr" sz="quarter" idx="3"/>
          </p:nvPr>
        </p:nvSpPr>
        <p:spPr>
          <a:xfrm>
            <a:off x="9182100" y="28546398"/>
            <a:ext cx="18211800" cy="406400"/>
          </a:xfrm>
          <a:prstGeom prst="rect">
            <a:avLst/>
          </a:prstGeom>
        </p:spPr>
        <p:txBody>
          <a:bodyPr vert="horz" lIns="91440" tIns="45720" rIns="91440" bIns="45720" rtlCol="0" anchor="ctr"/>
          <a:lstStyle>
            <a:lvl1pPr algn="ctr">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27393900" y="28546398"/>
            <a:ext cx="8229600" cy="406400"/>
          </a:xfrm>
          <a:prstGeom prst="rect">
            <a:avLst/>
          </a:prstGeom>
        </p:spPr>
        <p:txBody>
          <a:bodyPr vert="horz" lIns="91440" tIns="45720" rIns="91440" bIns="45720" rtlCol="0" anchor="ctr"/>
          <a:lstStyle>
            <a:lvl1pPr algn="r">
              <a:defRPr sz="750">
                <a:solidFill>
                  <a:schemeClr val="tx1">
                    <a:tint val="75000"/>
                  </a:schemeClr>
                </a:solidFill>
              </a:defRPr>
            </a:lvl1pPr>
          </a:lstStyle>
          <a:p>
            <a:fld id="{91B4C631-C489-4C11-812F-2172FBEAE82B}" type="slidenum">
              <a:rPr lang="en-US" smtClean="0"/>
              <a:pPr/>
              <a:t>‹#›</a:t>
            </a:fld>
            <a:endParaRPr lang="en-US"/>
          </a:p>
        </p:txBody>
      </p:sp>
    </p:spTree>
    <p:extLst>
      <p:ext uri="{BB962C8B-B14F-4D97-AF65-F5344CB8AC3E}">
        <p14:creationId xmlns:p14="http://schemas.microsoft.com/office/powerpoint/2010/main" val="2508807471"/>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2057318" rtl="0" eaLnBrk="1" latinLnBrk="0" hangingPunct="1">
        <a:lnSpc>
          <a:spcPct val="90000"/>
        </a:lnSpc>
        <a:spcBef>
          <a:spcPct val="0"/>
        </a:spcBef>
        <a:buNone/>
        <a:defRPr sz="4125" b="1" kern="1200">
          <a:solidFill>
            <a:schemeClr val="bg1"/>
          </a:solidFill>
          <a:latin typeface="+mj-lt"/>
          <a:ea typeface="+mj-ea"/>
          <a:cs typeface="+mj-cs"/>
        </a:defRPr>
      </a:lvl1pPr>
    </p:titleStyle>
    <p:bodyStyle>
      <a:lvl1pPr marL="214304" indent="-214304" algn="l" defTabSz="2057318" rtl="0" eaLnBrk="1" latinLnBrk="0" hangingPunct="1">
        <a:lnSpc>
          <a:spcPct val="100000"/>
        </a:lnSpc>
        <a:spcBef>
          <a:spcPts val="562"/>
        </a:spcBef>
        <a:buClr>
          <a:schemeClr val="accent2"/>
        </a:buClr>
        <a:buFont typeface="Arial" panose="020B0604020202020204" pitchFamily="34" charset="0"/>
        <a:buChar char="•"/>
        <a:defRPr sz="1312" kern="1200">
          <a:solidFill>
            <a:schemeClr val="tx1"/>
          </a:solidFill>
          <a:latin typeface="+mn-lt"/>
          <a:ea typeface="+mn-ea"/>
          <a:cs typeface="+mn-cs"/>
        </a:defRPr>
      </a:lvl1pPr>
      <a:lvl2pPr marL="514329" indent="-214304" algn="l" defTabSz="2057318" rtl="0" eaLnBrk="1" latinLnBrk="0" hangingPunct="1">
        <a:lnSpc>
          <a:spcPct val="100000"/>
        </a:lnSpc>
        <a:spcBef>
          <a:spcPts val="562"/>
        </a:spcBef>
        <a:buClr>
          <a:schemeClr val="accent2"/>
        </a:buClr>
        <a:buFont typeface="Arial" panose="020B0604020202020204" pitchFamily="34" charset="0"/>
        <a:buChar char="•"/>
        <a:defRPr sz="1125" kern="1200">
          <a:solidFill>
            <a:schemeClr val="tx1"/>
          </a:solidFill>
          <a:latin typeface="+mn-lt"/>
          <a:ea typeface="+mn-ea"/>
          <a:cs typeface="+mn-cs"/>
        </a:defRPr>
      </a:lvl2pPr>
      <a:lvl3pPr marL="514329" indent="-214304" algn="l" defTabSz="2057318" rtl="0" eaLnBrk="1" latinLnBrk="0" hangingPunct="1">
        <a:lnSpc>
          <a:spcPct val="100000"/>
        </a:lnSpc>
        <a:spcBef>
          <a:spcPts val="562"/>
        </a:spcBef>
        <a:buClr>
          <a:schemeClr val="accent2"/>
        </a:buClr>
        <a:buFont typeface="Arial" panose="020B0604020202020204" pitchFamily="34" charset="0"/>
        <a:buChar char="•"/>
        <a:defRPr sz="1125" kern="1200">
          <a:solidFill>
            <a:schemeClr val="tx1"/>
          </a:solidFill>
          <a:latin typeface="+mn-lt"/>
          <a:ea typeface="+mn-ea"/>
          <a:cs typeface="+mn-cs"/>
        </a:defRPr>
      </a:lvl3pPr>
      <a:lvl4pPr marL="514329" indent="-214304" algn="l" defTabSz="2057318" rtl="0" eaLnBrk="1" latinLnBrk="0" hangingPunct="1">
        <a:lnSpc>
          <a:spcPct val="100000"/>
        </a:lnSpc>
        <a:spcBef>
          <a:spcPts val="562"/>
        </a:spcBef>
        <a:buClr>
          <a:schemeClr val="accent2"/>
        </a:buClr>
        <a:buFont typeface="Arial" panose="020B0604020202020204" pitchFamily="34" charset="0"/>
        <a:buChar char="•"/>
        <a:defRPr sz="1125" kern="1200">
          <a:solidFill>
            <a:schemeClr val="tx1"/>
          </a:solidFill>
          <a:latin typeface="+mn-lt"/>
          <a:ea typeface="+mn-ea"/>
          <a:cs typeface="+mn-cs"/>
        </a:defRPr>
      </a:lvl4pPr>
      <a:lvl5pPr marL="514329" indent="-214304" algn="l" defTabSz="2057318" rtl="0" eaLnBrk="1" latinLnBrk="0" hangingPunct="1">
        <a:lnSpc>
          <a:spcPct val="100000"/>
        </a:lnSpc>
        <a:spcBef>
          <a:spcPts val="562"/>
        </a:spcBef>
        <a:buClr>
          <a:schemeClr val="accent2"/>
        </a:buClr>
        <a:buFont typeface="Arial" panose="020B0604020202020204" pitchFamily="34" charset="0"/>
        <a:buChar char="•"/>
        <a:defRPr sz="1125" kern="1200">
          <a:solidFill>
            <a:schemeClr val="tx1"/>
          </a:solidFill>
          <a:latin typeface="+mn-lt"/>
          <a:ea typeface="+mn-ea"/>
          <a:cs typeface="+mn-cs"/>
        </a:defRPr>
      </a:lvl5pPr>
      <a:lvl6pPr marL="514329" indent="-214304" algn="l" defTabSz="2057318" rtl="0" eaLnBrk="1" latinLnBrk="0" hangingPunct="1">
        <a:lnSpc>
          <a:spcPct val="100000"/>
        </a:lnSpc>
        <a:spcBef>
          <a:spcPts val="562"/>
        </a:spcBef>
        <a:buClr>
          <a:schemeClr val="accent2"/>
        </a:buClr>
        <a:buFont typeface="Arial" panose="020B0604020202020204" pitchFamily="34" charset="0"/>
        <a:buChar char="•"/>
        <a:defRPr sz="1125" kern="1200">
          <a:solidFill>
            <a:schemeClr val="tx1"/>
          </a:solidFill>
          <a:latin typeface="+mn-lt"/>
          <a:ea typeface="+mn-ea"/>
          <a:cs typeface="+mn-cs"/>
        </a:defRPr>
      </a:lvl6pPr>
      <a:lvl7pPr marL="514329" indent="-214304" algn="l" defTabSz="2057318" rtl="0" eaLnBrk="1" latinLnBrk="0" hangingPunct="1">
        <a:lnSpc>
          <a:spcPct val="100000"/>
        </a:lnSpc>
        <a:spcBef>
          <a:spcPts val="562"/>
        </a:spcBef>
        <a:buClr>
          <a:schemeClr val="accent2"/>
        </a:buClr>
        <a:buFont typeface="Arial" panose="020B0604020202020204" pitchFamily="34" charset="0"/>
        <a:buChar char="•"/>
        <a:defRPr sz="1125" kern="1200">
          <a:solidFill>
            <a:schemeClr val="tx1"/>
          </a:solidFill>
          <a:latin typeface="+mn-lt"/>
          <a:ea typeface="+mn-ea"/>
          <a:cs typeface="+mn-cs"/>
        </a:defRPr>
      </a:lvl7pPr>
      <a:lvl8pPr marL="514329" indent="-214304" algn="l" defTabSz="2057318" rtl="0" eaLnBrk="1" latinLnBrk="0" hangingPunct="1">
        <a:lnSpc>
          <a:spcPct val="100000"/>
        </a:lnSpc>
        <a:spcBef>
          <a:spcPts val="562"/>
        </a:spcBef>
        <a:buClr>
          <a:schemeClr val="accent2"/>
        </a:buClr>
        <a:buFont typeface="Arial" panose="020B0604020202020204" pitchFamily="34" charset="0"/>
        <a:buChar char="•"/>
        <a:defRPr sz="1125" kern="1200">
          <a:solidFill>
            <a:schemeClr val="tx1"/>
          </a:solidFill>
          <a:latin typeface="+mn-lt"/>
          <a:ea typeface="+mn-ea"/>
          <a:cs typeface="+mn-cs"/>
        </a:defRPr>
      </a:lvl8pPr>
      <a:lvl9pPr marL="514329" indent="-214304" algn="l" defTabSz="2057318" rtl="0" eaLnBrk="1" latinLnBrk="0" hangingPunct="1">
        <a:lnSpc>
          <a:spcPct val="100000"/>
        </a:lnSpc>
        <a:spcBef>
          <a:spcPts val="562"/>
        </a:spcBef>
        <a:buClr>
          <a:schemeClr val="accent2"/>
        </a:buClr>
        <a:buFont typeface="Arial" panose="020B0604020202020204" pitchFamily="34" charset="0"/>
        <a:buChar char="•"/>
        <a:defRPr sz="1125" kern="1200">
          <a:solidFill>
            <a:schemeClr val="tx1"/>
          </a:solidFill>
          <a:latin typeface="+mn-lt"/>
          <a:ea typeface="+mn-ea"/>
          <a:cs typeface="+mn-cs"/>
        </a:defRPr>
      </a:lvl9pPr>
    </p:bodyStyle>
    <p:otherStyle>
      <a:defPPr>
        <a:defRPr lang="en-US"/>
      </a:defPPr>
      <a:lvl1pPr marL="0" algn="l" defTabSz="2057318" rtl="0" eaLnBrk="1" latinLnBrk="0" hangingPunct="1">
        <a:defRPr sz="4050" kern="1200">
          <a:solidFill>
            <a:schemeClr val="tx1"/>
          </a:solidFill>
          <a:latin typeface="+mn-lt"/>
          <a:ea typeface="+mn-ea"/>
          <a:cs typeface="+mn-cs"/>
        </a:defRPr>
      </a:lvl1pPr>
      <a:lvl2pPr marL="1028659" algn="l" defTabSz="2057318" rtl="0" eaLnBrk="1" latinLnBrk="0" hangingPunct="1">
        <a:defRPr sz="4050" kern="1200">
          <a:solidFill>
            <a:schemeClr val="tx1"/>
          </a:solidFill>
          <a:latin typeface="+mn-lt"/>
          <a:ea typeface="+mn-ea"/>
          <a:cs typeface="+mn-cs"/>
        </a:defRPr>
      </a:lvl2pPr>
      <a:lvl3pPr marL="2057318" algn="l" defTabSz="2057318" rtl="0" eaLnBrk="1" latinLnBrk="0" hangingPunct="1">
        <a:defRPr sz="4050" kern="1200">
          <a:solidFill>
            <a:schemeClr val="tx1"/>
          </a:solidFill>
          <a:latin typeface="+mn-lt"/>
          <a:ea typeface="+mn-ea"/>
          <a:cs typeface="+mn-cs"/>
        </a:defRPr>
      </a:lvl3pPr>
      <a:lvl4pPr marL="3085977" algn="l" defTabSz="2057318" rtl="0" eaLnBrk="1" latinLnBrk="0" hangingPunct="1">
        <a:defRPr sz="4050" kern="1200">
          <a:solidFill>
            <a:schemeClr val="tx1"/>
          </a:solidFill>
          <a:latin typeface="+mn-lt"/>
          <a:ea typeface="+mn-ea"/>
          <a:cs typeface="+mn-cs"/>
        </a:defRPr>
      </a:lvl4pPr>
      <a:lvl5pPr marL="4114635" algn="l" defTabSz="2057318" rtl="0" eaLnBrk="1" latinLnBrk="0" hangingPunct="1">
        <a:defRPr sz="4050" kern="1200">
          <a:solidFill>
            <a:schemeClr val="tx1"/>
          </a:solidFill>
          <a:latin typeface="+mn-lt"/>
          <a:ea typeface="+mn-ea"/>
          <a:cs typeface="+mn-cs"/>
        </a:defRPr>
      </a:lvl5pPr>
      <a:lvl6pPr marL="5143294" algn="l" defTabSz="2057318" rtl="0" eaLnBrk="1" latinLnBrk="0" hangingPunct="1">
        <a:defRPr sz="4050" kern="1200">
          <a:solidFill>
            <a:schemeClr val="tx1"/>
          </a:solidFill>
          <a:latin typeface="+mn-lt"/>
          <a:ea typeface="+mn-ea"/>
          <a:cs typeface="+mn-cs"/>
        </a:defRPr>
      </a:lvl6pPr>
      <a:lvl7pPr marL="6171953" algn="l" defTabSz="2057318" rtl="0" eaLnBrk="1" latinLnBrk="0" hangingPunct="1">
        <a:defRPr sz="4050" kern="1200">
          <a:solidFill>
            <a:schemeClr val="tx1"/>
          </a:solidFill>
          <a:latin typeface="+mn-lt"/>
          <a:ea typeface="+mn-ea"/>
          <a:cs typeface="+mn-cs"/>
        </a:defRPr>
      </a:lvl7pPr>
      <a:lvl8pPr marL="7200612" algn="l" defTabSz="2057318" rtl="0" eaLnBrk="1" latinLnBrk="0" hangingPunct="1">
        <a:defRPr sz="4050" kern="1200">
          <a:solidFill>
            <a:schemeClr val="tx1"/>
          </a:solidFill>
          <a:latin typeface="+mn-lt"/>
          <a:ea typeface="+mn-ea"/>
          <a:cs typeface="+mn-cs"/>
        </a:defRPr>
      </a:lvl8pPr>
      <a:lvl9pPr marL="8229271" algn="l" defTabSz="2057318" rtl="0" eaLnBrk="1" latinLnBrk="0" hangingPunct="1">
        <a:defRPr sz="40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216" userDrawn="1">
          <p15:clr>
            <a:srgbClr val="A4A3A4"/>
          </p15:clr>
        </p15:guide>
        <p15:guide id="2" pos="600" userDrawn="1">
          <p15:clr>
            <a:srgbClr val="A4A3A4"/>
          </p15:clr>
        </p15:guide>
        <p15:guide id="3" pos="22440" userDrawn="1">
          <p15:clr>
            <a:srgbClr val="A4A3A4"/>
          </p15:clr>
        </p15:guide>
        <p15:guide id="4" pos="11520" userDrawn="1">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hyperlink" Target="https://github.com/osu-nlp-group/hipporag" TargetMode="External"/><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tiff"/><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37911A0-5141-1349-957D-C5C63DB2D86E}"/>
              </a:ext>
            </a:extLst>
          </p:cNvPr>
          <p:cNvPicPr>
            <a:picLocks noChangeAspect="1"/>
          </p:cNvPicPr>
          <p:nvPr/>
        </p:nvPicPr>
        <p:blipFill>
          <a:blip r:embed="rId3"/>
          <a:stretch>
            <a:fillRect/>
          </a:stretch>
        </p:blipFill>
        <p:spPr>
          <a:xfrm>
            <a:off x="0" y="3033868"/>
            <a:ext cx="36576000" cy="26226932"/>
          </a:xfrm>
          <a:prstGeom prst="rect">
            <a:avLst/>
          </a:prstGeom>
        </p:spPr>
      </p:pic>
      <p:sp>
        <p:nvSpPr>
          <p:cNvPr id="4" name="Title 3"/>
          <p:cNvSpPr>
            <a:spLocks noGrp="1"/>
          </p:cNvSpPr>
          <p:nvPr>
            <p:ph type="title"/>
          </p:nvPr>
        </p:nvSpPr>
        <p:spPr>
          <a:xfrm>
            <a:off x="5010401" y="301813"/>
            <a:ext cx="26301197" cy="1370948"/>
          </a:xfrm>
        </p:spPr>
        <p:txBody>
          <a:bodyPr>
            <a:normAutofit/>
          </a:bodyPr>
          <a:lstStyle/>
          <a:p>
            <a:pPr algn="ctr"/>
            <a:r>
              <a:rPr lang="en-US" sz="8000" dirty="0">
                <a:solidFill>
                  <a:srgbClr val="FFFF00"/>
                </a:solidFill>
                <a:latin typeface="Palatino"/>
              </a:rPr>
              <a:t>Graph-Based Retrieval-Augmented LLMs for Science</a:t>
            </a:r>
            <a:endParaRPr lang="en-US" sz="4416" dirty="0">
              <a:solidFill>
                <a:srgbClr val="FFFF00"/>
              </a:solidFill>
              <a:latin typeface="Palatino" charset="0"/>
              <a:ea typeface="Palatino" charset="0"/>
              <a:cs typeface="Palatino" charset="0"/>
            </a:endParaRPr>
          </a:p>
        </p:txBody>
      </p:sp>
      <p:sp>
        <p:nvSpPr>
          <p:cNvPr id="23" name="Text Placeholder 22"/>
          <p:cNvSpPr>
            <a:spLocks noGrp="1"/>
          </p:cNvSpPr>
          <p:nvPr>
            <p:ph type="body" sz="quarter" idx="36"/>
          </p:nvPr>
        </p:nvSpPr>
        <p:spPr>
          <a:xfrm>
            <a:off x="3303540" y="1702098"/>
            <a:ext cx="28549600" cy="1331769"/>
          </a:xfrm>
        </p:spPr>
        <p:txBody>
          <a:bodyPr/>
          <a:lstStyle/>
          <a:p>
            <a:pPr algn="ctr"/>
            <a:r>
              <a:rPr lang="en-US" sz="3667" b="1" dirty="0">
                <a:solidFill>
                  <a:srgbClr val="FFFF00"/>
                </a:solidFill>
                <a:latin typeface="Palatino" charset="0"/>
                <a:ea typeface="Palatino" charset="0"/>
                <a:cs typeface="Palatino" charset="0"/>
              </a:rPr>
              <a:t>           M.Raghavendra</a:t>
            </a:r>
            <a:r>
              <a:rPr lang="en-US" sz="3667" b="1" baseline="30000" dirty="0">
                <a:solidFill>
                  <a:srgbClr val="FFFF00"/>
                </a:solidFill>
                <a:latin typeface="Palatino" charset="0"/>
                <a:ea typeface="Palatino" charset="0"/>
                <a:cs typeface="Palatino" charset="0"/>
              </a:rPr>
              <a:t>1</a:t>
            </a:r>
            <a:r>
              <a:rPr lang="en-US" sz="3667" b="1" dirty="0">
                <a:solidFill>
                  <a:srgbClr val="FFFF00"/>
                </a:solidFill>
                <a:latin typeface="Palatino" charset="0"/>
                <a:ea typeface="Palatino" charset="0"/>
                <a:cs typeface="Palatino" charset="0"/>
              </a:rPr>
              <a:t>, </a:t>
            </a:r>
            <a:r>
              <a:rPr lang="en-US" sz="3667" b="1" dirty="0">
                <a:latin typeface="Palatino" charset="0"/>
                <a:ea typeface="Palatino" charset="0"/>
                <a:cs typeface="Palatino" charset="0"/>
              </a:rPr>
              <a:t>S. Kuwadia</a:t>
            </a:r>
            <a:r>
              <a:rPr lang="en-US" sz="3667" b="1" baseline="30000" dirty="0">
                <a:latin typeface="Palatino" charset="0"/>
                <a:ea typeface="Palatino" charset="0"/>
                <a:cs typeface="Palatino" charset="0"/>
              </a:rPr>
              <a:t>4</a:t>
            </a:r>
            <a:r>
              <a:rPr lang="en-US" sz="3667" b="1" dirty="0">
                <a:latin typeface="Palatino" charset="0"/>
                <a:ea typeface="Palatino" charset="0"/>
                <a:cs typeface="Palatino" charset="0"/>
              </a:rPr>
              <a:t>, M. Singla</a:t>
            </a:r>
            <a:r>
              <a:rPr lang="en-US" sz="3667" b="1" baseline="30000" dirty="0">
                <a:latin typeface="Palatino" charset="0"/>
                <a:ea typeface="Palatino" charset="0"/>
                <a:cs typeface="Palatino" charset="0"/>
              </a:rPr>
              <a:t>1</a:t>
            </a:r>
            <a:r>
              <a:rPr lang="en-US" sz="3667" b="1" dirty="0">
                <a:latin typeface="Palatino" charset="0"/>
                <a:ea typeface="Palatino" charset="0"/>
                <a:cs typeface="Palatino" charset="0"/>
              </a:rPr>
              <a:t>, L. Gamberg</a:t>
            </a:r>
            <a:r>
              <a:rPr lang="en-US" sz="3667" b="1" baseline="30000" dirty="0">
                <a:latin typeface="Palatino" charset="0"/>
                <a:ea typeface="Palatino" charset="0"/>
                <a:cs typeface="Palatino" charset="0"/>
              </a:rPr>
              <a:t>2</a:t>
            </a:r>
            <a:r>
              <a:rPr lang="en-US" sz="3667" b="1" dirty="0">
                <a:latin typeface="Palatino" charset="0"/>
                <a:ea typeface="Palatino" charset="0"/>
                <a:cs typeface="Palatino" charset="0"/>
              </a:rPr>
              <a:t>,</a:t>
            </a:r>
            <a:r>
              <a:rPr lang="en-US" sz="3667" b="1" baseline="30000" dirty="0">
                <a:latin typeface="Palatino" charset="0"/>
                <a:ea typeface="Palatino" charset="0"/>
                <a:cs typeface="Palatino" charset="0"/>
              </a:rPr>
              <a:t> </a:t>
            </a:r>
            <a:r>
              <a:rPr lang="en-US" sz="3667" b="1" dirty="0">
                <a:latin typeface="Palatino" charset="0"/>
                <a:ea typeface="Palatino" charset="0"/>
                <a:cs typeface="Palatino" charset="0"/>
              </a:rPr>
              <a:t>A. Prokudin</a:t>
            </a:r>
            <a:r>
              <a:rPr lang="en-US" sz="3667" b="1" baseline="30000" dirty="0">
                <a:latin typeface="Palatino" charset="0"/>
                <a:ea typeface="Palatino" charset="0"/>
                <a:cs typeface="Palatino" charset="0"/>
              </a:rPr>
              <a:t>2,3</a:t>
            </a:r>
          </a:p>
          <a:p>
            <a:pPr algn="ctr"/>
            <a:r>
              <a:rPr lang="en-US" sz="2667" b="1" dirty="0">
                <a:latin typeface="Palatino" charset="0"/>
                <a:ea typeface="Palatino" charset="0"/>
                <a:cs typeface="Palatino" charset="0"/>
              </a:rPr>
              <a:t>                </a:t>
            </a:r>
            <a:r>
              <a:rPr lang="en-US" sz="2667" b="1" baseline="30000" dirty="0">
                <a:latin typeface="Palatino" charset="0"/>
                <a:ea typeface="Palatino" charset="0"/>
                <a:cs typeface="Palatino" charset="0"/>
              </a:rPr>
              <a:t>1</a:t>
            </a:r>
            <a:r>
              <a:rPr lang="en-US" sz="2667" b="1" dirty="0">
                <a:latin typeface="Palatino" charset="0"/>
                <a:ea typeface="Palatino" charset="0"/>
                <a:cs typeface="Palatino" charset="0"/>
              </a:rPr>
              <a:t> Penn State University,  University Park, PA, </a:t>
            </a:r>
            <a:r>
              <a:rPr lang="en-US" sz="2667" b="1" baseline="30000" dirty="0">
                <a:latin typeface="Palatino" charset="0"/>
                <a:ea typeface="Palatino" charset="0"/>
                <a:cs typeface="Palatino" charset="0"/>
              </a:rPr>
              <a:t>2</a:t>
            </a:r>
            <a:r>
              <a:rPr lang="en-US" sz="2667" b="1" dirty="0">
                <a:latin typeface="Palatino" charset="0"/>
                <a:ea typeface="Palatino" charset="0"/>
                <a:cs typeface="Palatino" charset="0"/>
              </a:rPr>
              <a:t> Penn State University Berks, Reading, PA, </a:t>
            </a:r>
            <a:r>
              <a:rPr lang="en-US" sz="2667" b="1" baseline="30000" dirty="0">
                <a:latin typeface="Palatino" charset="0"/>
                <a:ea typeface="Palatino" charset="0"/>
                <a:cs typeface="Palatino" charset="0"/>
              </a:rPr>
              <a:t>3</a:t>
            </a:r>
            <a:r>
              <a:rPr lang="en-US" sz="2667" b="1" dirty="0">
                <a:latin typeface="Palatino" charset="0"/>
                <a:ea typeface="Palatino" charset="0"/>
                <a:cs typeface="Palatino" charset="0"/>
              </a:rPr>
              <a:t> Theory Center, Jefferson Lab, Newport News, VA , </a:t>
            </a:r>
            <a:r>
              <a:rPr lang="en-US" sz="2667" b="1" baseline="30000" dirty="0">
                <a:latin typeface="Palatino" charset="0"/>
                <a:ea typeface="Palatino" charset="0"/>
                <a:cs typeface="Palatino" charset="0"/>
              </a:rPr>
              <a:t>4</a:t>
            </a:r>
            <a:r>
              <a:rPr lang="en-US" sz="2667" b="1" dirty="0">
                <a:latin typeface="Palatino" charset="0"/>
                <a:ea typeface="Palatino" charset="0"/>
                <a:cs typeface="Palatino" charset="0"/>
              </a:rPr>
              <a:t> Microsoft</a:t>
            </a:r>
          </a:p>
          <a:p>
            <a:pPr algn="ctr"/>
            <a:endParaRPr lang="en-US" sz="2100" b="1" dirty="0">
              <a:latin typeface="Palatino" charset="0"/>
              <a:ea typeface="Palatino" charset="0"/>
              <a:cs typeface="Palatino" charset="0"/>
            </a:endParaRPr>
          </a:p>
          <a:p>
            <a:endParaRPr lang="en-US" sz="2100" b="1" dirty="0"/>
          </a:p>
        </p:txBody>
      </p:sp>
      <p:sp>
        <p:nvSpPr>
          <p:cNvPr id="75" name="Content Placeholder 21"/>
          <p:cNvSpPr txBox="1">
            <a:spLocks/>
          </p:cNvSpPr>
          <p:nvPr/>
        </p:nvSpPr>
        <p:spPr>
          <a:xfrm>
            <a:off x="8286751" y="24210308"/>
            <a:ext cx="6332454" cy="2291610"/>
          </a:xfrm>
          <a:prstGeom prst="rect">
            <a:avLst/>
          </a:prstGeom>
        </p:spPr>
        <p:txBody>
          <a:bodyPr vert="horz" lIns="274320" tIns="137160" rIns="68580" bIns="34290" rtlCol="0">
            <a:normAutofit/>
          </a:bodyPr>
          <a:lstStyle>
            <a:lvl1pPr marL="285750" indent="-285750" algn="l" defTabSz="2743200" rtl="0" eaLnBrk="1" latinLnBrk="0" hangingPunct="1">
              <a:lnSpc>
                <a:spcPct val="100000"/>
              </a:lnSpc>
              <a:spcBef>
                <a:spcPts val="750"/>
              </a:spcBef>
              <a:buClr>
                <a:schemeClr val="accent2"/>
              </a:buClr>
              <a:buFont typeface="Arial" panose="020B0604020202020204" pitchFamily="34" charset="0"/>
              <a:buChar char="•"/>
              <a:defRPr sz="1750" kern="1200" baseline="0">
                <a:solidFill>
                  <a:schemeClr val="tx1"/>
                </a:solidFill>
                <a:latin typeface="+mn-lt"/>
                <a:ea typeface="+mn-ea"/>
                <a:cs typeface="+mn-cs"/>
              </a:defRPr>
            </a:lvl1pPr>
            <a:lvl2pPr marL="685800" indent="-285750" algn="l" defTabSz="2743200" rtl="0" eaLnBrk="1" latinLnBrk="0" hangingPunct="1">
              <a:lnSpc>
                <a:spcPct val="100000"/>
              </a:lnSpc>
              <a:spcBef>
                <a:spcPts val="750"/>
              </a:spcBef>
              <a:buClr>
                <a:schemeClr val="accent2"/>
              </a:buClr>
              <a:buFont typeface="Arial" panose="020B0604020202020204" pitchFamily="34" charset="0"/>
              <a:buChar char="•"/>
              <a:defRPr sz="1500" kern="1200">
                <a:solidFill>
                  <a:schemeClr val="tx1"/>
                </a:solidFill>
                <a:latin typeface="+mn-lt"/>
                <a:ea typeface="+mn-ea"/>
                <a:cs typeface="+mn-cs"/>
              </a:defRPr>
            </a:lvl2pPr>
            <a:lvl3pPr marL="685800" indent="-285750" algn="l" defTabSz="2743200" rtl="0" eaLnBrk="1" latinLnBrk="0" hangingPunct="1">
              <a:lnSpc>
                <a:spcPct val="100000"/>
              </a:lnSpc>
              <a:spcBef>
                <a:spcPts val="750"/>
              </a:spcBef>
              <a:buClr>
                <a:schemeClr val="accent2"/>
              </a:buClr>
              <a:buFont typeface="Arial" panose="020B0604020202020204" pitchFamily="34" charset="0"/>
              <a:buChar char="•"/>
              <a:defRPr sz="1500" kern="1200">
                <a:solidFill>
                  <a:schemeClr val="tx1"/>
                </a:solidFill>
                <a:latin typeface="+mn-lt"/>
                <a:ea typeface="+mn-ea"/>
                <a:cs typeface="+mn-cs"/>
              </a:defRPr>
            </a:lvl3pPr>
            <a:lvl4pPr marL="685800" indent="-285750" algn="l" defTabSz="2743200" rtl="0" eaLnBrk="1" latinLnBrk="0" hangingPunct="1">
              <a:lnSpc>
                <a:spcPct val="100000"/>
              </a:lnSpc>
              <a:spcBef>
                <a:spcPts val="750"/>
              </a:spcBef>
              <a:buClr>
                <a:schemeClr val="accent2"/>
              </a:buClr>
              <a:buFont typeface="Arial" panose="020B0604020202020204" pitchFamily="34" charset="0"/>
              <a:buChar char="•"/>
              <a:defRPr sz="1500" kern="1200">
                <a:solidFill>
                  <a:schemeClr val="tx1"/>
                </a:solidFill>
                <a:latin typeface="+mn-lt"/>
                <a:ea typeface="+mn-ea"/>
                <a:cs typeface="+mn-cs"/>
              </a:defRPr>
            </a:lvl4pPr>
            <a:lvl5pPr marL="685800" indent="-285750" algn="l" defTabSz="2743200" rtl="0" eaLnBrk="1" latinLnBrk="0" hangingPunct="1">
              <a:lnSpc>
                <a:spcPct val="100000"/>
              </a:lnSpc>
              <a:spcBef>
                <a:spcPts val="750"/>
              </a:spcBef>
              <a:buClr>
                <a:schemeClr val="accent2"/>
              </a:buClr>
              <a:buFont typeface="Arial" panose="020B0604020202020204" pitchFamily="34" charset="0"/>
              <a:buChar char="•"/>
              <a:defRPr sz="1500" kern="1200">
                <a:solidFill>
                  <a:schemeClr val="tx1"/>
                </a:solidFill>
                <a:latin typeface="+mn-lt"/>
                <a:ea typeface="+mn-ea"/>
                <a:cs typeface="+mn-cs"/>
              </a:defRPr>
            </a:lvl5pPr>
            <a:lvl6pPr marL="685800" indent="-285750" algn="l" defTabSz="2743200" rtl="0" eaLnBrk="1" latinLnBrk="0" hangingPunct="1">
              <a:lnSpc>
                <a:spcPct val="100000"/>
              </a:lnSpc>
              <a:spcBef>
                <a:spcPts val="750"/>
              </a:spcBef>
              <a:buClr>
                <a:schemeClr val="accent2"/>
              </a:buClr>
              <a:buFont typeface="Arial" panose="020B0604020202020204" pitchFamily="34" charset="0"/>
              <a:buChar char="•"/>
              <a:defRPr sz="1500" kern="1200">
                <a:solidFill>
                  <a:schemeClr val="tx1"/>
                </a:solidFill>
                <a:latin typeface="+mn-lt"/>
                <a:ea typeface="+mn-ea"/>
                <a:cs typeface="+mn-cs"/>
              </a:defRPr>
            </a:lvl6pPr>
            <a:lvl7pPr marL="685800" indent="-285750" algn="l" defTabSz="2743200" rtl="0" eaLnBrk="1" latinLnBrk="0" hangingPunct="1">
              <a:lnSpc>
                <a:spcPct val="100000"/>
              </a:lnSpc>
              <a:spcBef>
                <a:spcPts val="750"/>
              </a:spcBef>
              <a:buClr>
                <a:schemeClr val="accent2"/>
              </a:buClr>
              <a:buFont typeface="Arial" panose="020B0604020202020204" pitchFamily="34" charset="0"/>
              <a:buChar char="•"/>
              <a:defRPr sz="1500" kern="1200">
                <a:solidFill>
                  <a:schemeClr val="tx1"/>
                </a:solidFill>
                <a:latin typeface="+mn-lt"/>
                <a:ea typeface="+mn-ea"/>
                <a:cs typeface="+mn-cs"/>
              </a:defRPr>
            </a:lvl7pPr>
            <a:lvl8pPr marL="685800" indent="-285750" algn="l" defTabSz="2743200" rtl="0" eaLnBrk="1" latinLnBrk="0" hangingPunct="1">
              <a:lnSpc>
                <a:spcPct val="100000"/>
              </a:lnSpc>
              <a:spcBef>
                <a:spcPts val="750"/>
              </a:spcBef>
              <a:buClr>
                <a:schemeClr val="accent2"/>
              </a:buClr>
              <a:buFont typeface="Arial" panose="020B0604020202020204" pitchFamily="34" charset="0"/>
              <a:buChar char="•"/>
              <a:defRPr sz="1500" kern="1200">
                <a:solidFill>
                  <a:schemeClr val="tx1"/>
                </a:solidFill>
                <a:latin typeface="+mn-lt"/>
                <a:ea typeface="+mn-ea"/>
                <a:cs typeface="+mn-cs"/>
              </a:defRPr>
            </a:lvl8pPr>
            <a:lvl9pPr marL="685800" indent="-285750" algn="l" defTabSz="2743200" rtl="0" eaLnBrk="1" latinLnBrk="0" hangingPunct="1">
              <a:lnSpc>
                <a:spcPct val="100000"/>
              </a:lnSpc>
              <a:spcBef>
                <a:spcPts val="750"/>
              </a:spcBef>
              <a:buClr>
                <a:schemeClr val="accent2"/>
              </a:buClr>
              <a:buFont typeface="Arial" panose="020B0604020202020204" pitchFamily="34" charset="0"/>
              <a:buChar char="•"/>
              <a:defRPr sz="1500" kern="1200">
                <a:solidFill>
                  <a:schemeClr val="tx1"/>
                </a:solidFill>
                <a:latin typeface="+mn-lt"/>
                <a:ea typeface="+mn-ea"/>
                <a:cs typeface="+mn-cs"/>
              </a:defRPr>
            </a:lvl9pPr>
          </a:lstStyle>
          <a:p>
            <a:pPr marL="0" indent="0">
              <a:buNone/>
            </a:pPr>
            <a:endParaRPr lang="en-US" sz="1312" b="1" dirty="0"/>
          </a:p>
          <a:p>
            <a:endParaRPr lang="en-US" sz="2700" b="1" dirty="0"/>
          </a:p>
        </p:txBody>
      </p:sp>
      <p:sp>
        <p:nvSpPr>
          <p:cNvPr id="15" name="Text Placeholder 20"/>
          <p:cNvSpPr>
            <a:spLocks noGrp="1"/>
          </p:cNvSpPr>
          <p:nvPr>
            <p:ph type="body" sz="quarter" idx="34"/>
          </p:nvPr>
        </p:nvSpPr>
        <p:spPr>
          <a:xfrm>
            <a:off x="12343750" y="24702701"/>
            <a:ext cx="23905118" cy="670560"/>
          </a:xfrm>
          <a:solidFill>
            <a:schemeClr val="accent5"/>
          </a:solidFill>
        </p:spPr>
        <p:txBody>
          <a:bodyPr/>
          <a:lstStyle/>
          <a:p>
            <a:r>
              <a:rPr lang="en-US" sz="3667" b="1" dirty="0">
                <a:latin typeface="Palatino" charset="0"/>
                <a:ea typeface="Palatino" charset="0"/>
                <a:cs typeface="Palatino" charset="0"/>
              </a:rPr>
              <a:t>references</a:t>
            </a:r>
          </a:p>
        </p:txBody>
      </p:sp>
      <p:sp>
        <p:nvSpPr>
          <p:cNvPr id="3" name="Content Placeholder 2"/>
          <p:cNvSpPr>
            <a:spLocks noGrp="1"/>
          </p:cNvSpPr>
          <p:nvPr>
            <p:ph sz="quarter" idx="32"/>
          </p:nvPr>
        </p:nvSpPr>
        <p:spPr>
          <a:xfrm>
            <a:off x="12340478" y="4229835"/>
            <a:ext cx="11658600" cy="5910929"/>
          </a:xfrm>
          <a:solidFill>
            <a:schemeClr val="bg1">
              <a:alpha val="81000"/>
            </a:schemeClr>
          </a:solidFill>
        </p:spPr>
        <p:txBody>
          <a:bodyPr vert="horz" lIns="76200" tIns="182880" rIns="91440" bIns="45720" rtlCol="0">
            <a:noAutofit/>
          </a:bodyPr>
          <a:lstStyle/>
          <a:p>
            <a:pPr marL="0" indent="0" algn="just">
              <a:buNone/>
            </a:pPr>
            <a:r>
              <a:rPr lang="en-US" sz="2667" dirty="0">
                <a:latin typeface="Palatino"/>
                <a:ea typeface="Palatino" charset="0"/>
                <a:cs typeface="Palatino" charset="0"/>
              </a:rPr>
              <a:t>Currently, we are working on improving our Agentic model by crafting an evaluation dataset, consisting of questions relating to pertinent information in the database. The questions range in difficulty and depth, ranging from simple retrieval of information that can be found within the dataset, to tasks that require a deep understanding of multiple papers, cross-referencing mathematical equations and facts to create responses that extrapolate on the information provided in the papers. These questions will provide an important perspective on how the model operates, providing key insight on processes that allow us to diagnose any potential issues early on, such as inconsistent responses, issues with the raw data itself, or limitations within our own code that can all be fixed before the model is published. </a:t>
            </a:r>
            <a:r>
              <a:rPr lang="en-US" sz="2667" dirty="0">
                <a:latin typeface="Palatino"/>
              </a:rPr>
              <a:t>Ultimately, this evaluation process is essential for validating the model’s accuracy, identifying weaknesses, and ensuring that the final system is dependable enough for real scientific use in QGT research.</a:t>
            </a:r>
            <a:endParaRPr lang="en-US" sz="2667" dirty="0">
              <a:latin typeface="Palatino"/>
              <a:ea typeface="Palatino" charset="0"/>
              <a:cs typeface="Palatino" charset="0"/>
            </a:endParaRPr>
          </a:p>
        </p:txBody>
      </p:sp>
      <p:pic>
        <p:nvPicPr>
          <p:cNvPr id="17" name="Picture 16"/>
          <p:cNvPicPr>
            <a:picLocks noChangeAspect="1"/>
          </p:cNvPicPr>
          <p:nvPr/>
        </p:nvPicPr>
        <p:blipFill>
          <a:blip r:embed="rId4"/>
          <a:stretch>
            <a:fillRect/>
          </a:stretch>
        </p:blipFill>
        <p:spPr>
          <a:xfrm>
            <a:off x="2888364" y="697820"/>
            <a:ext cx="2122038" cy="2099933"/>
          </a:xfrm>
          <a:prstGeom prst="rect">
            <a:avLst/>
          </a:prstGeom>
        </p:spPr>
      </p:pic>
      <p:sp>
        <p:nvSpPr>
          <p:cNvPr id="30" name="Content Placeholder 2"/>
          <p:cNvSpPr>
            <a:spLocks noGrp="1"/>
          </p:cNvSpPr>
          <p:nvPr>
            <p:ph sz="quarter" idx="32"/>
          </p:nvPr>
        </p:nvSpPr>
        <p:spPr>
          <a:xfrm>
            <a:off x="327132" y="4232615"/>
            <a:ext cx="11658595" cy="20240478"/>
          </a:xfrm>
          <a:solidFill>
            <a:schemeClr val="bg1">
              <a:alpha val="81000"/>
            </a:schemeClr>
          </a:solidFill>
        </p:spPr>
        <p:txBody>
          <a:bodyPr vert="horz" lIns="76200" tIns="182880" rIns="91440" bIns="45720" rtlCol="0">
            <a:noAutofit/>
          </a:bodyPr>
          <a:lstStyle/>
          <a:p>
            <a:pPr marL="0" indent="0" algn="just">
              <a:spcBef>
                <a:spcPts val="0"/>
              </a:spcBef>
              <a:buNone/>
            </a:pPr>
            <a:r>
              <a:rPr lang="en-US" sz="2667" dirty="0">
                <a:latin typeface="Palatino"/>
              </a:rPr>
              <a:t>Quark-gluon-tomography (QGT) Collaboration studies how quarks and gluons are arranged and move inside protons and neutrons, which are the building blocks that make up atomic nuclei. Although protons and neutrons may seem fundamental, they are in fact built from quarks and gluons. Together, quarks and gluons are often called </a:t>
            </a:r>
            <a:r>
              <a:rPr lang="en-US" sz="2667" dirty="0" err="1">
                <a:latin typeface="Palatino"/>
              </a:rPr>
              <a:t>partons</a:t>
            </a:r>
            <a:r>
              <a:rPr lang="en-US" sz="2667" dirty="0">
                <a:latin typeface="Palatino"/>
              </a:rPr>
              <a:t>. A major goal of modern nuclear physics is to understand how these </a:t>
            </a:r>
            <a:r>
              <a:rPr lang="en-US" sz="2667" dirty="0" err="1">
                <a:latin typeface="Palatino"/>
              </a:rPr>
              <a:t>partons</a:t>
            </a:r>
            <a:r>
              <a:rPr lang="en-US" sz="2667" dirty="0">
                <a:latin typeface="Palatino"/>
              </a:rPr>
              <a:t> behave, how their momentum is distributed, and how they give rise to the overall structure of matter. Because </a:t>
            </a:r>
            <a:r>
              <a:rPr lang="en-US" sz="2667" dirty="0" err="1">
                <a:latin typeface="Palatino"/>
              </a:rPr>
              <a:t>partons</a:t>
            </a:r>
            <a:r>
              <a:rPr lang="en-US" sz="2667" dirty="0">
                <a:latin typeface="Palatino"/>
              </a:rPr>
              <a:t> cannot be observed directly, physicists rely on scattering experiments and theoretical models to infer their properties from measurable data.</a:t>
            </a:r>
            <a:endParaRPr lang="en-US" sz="2667" dirty="0">
              <a:latin typeface="Palatino"/>
              <a:ea typeface="Palatino" charset="0"/>
              <a:cs typeface="Palatino" charset="0"/>
            </a:endParaRPr>
          </a:p>
          <a:p>
            <a:pPr marL="0" indent="0" algn="just">
              <a:spcBef>
                <a:spcPts val="0"/>
              </a:spcBef>
              <a:buNone/>
            </a:pPr>
            <a:endParaRPr lang="en-US" sz="2667" dirty="0">
              <a:latin typeface="Palatino"/>
              <a:ea typeface="Palatino" charset="0"/>
              <a:cs typeface="Palatino" charset="0"/>
            </a:endParaRPr>
          </a:p>
          <a:p>
            <a:pPr marL="0" indent="0" algn="just">
              <a:spcBef>
                <a:spcPts val="0"/>
              </a:spcBef>
              <a:buNone/>
            </a:pPr>
            <a:r>
              <a:rPr lang="en-US" sz="2667" dirty="0">
                <a:latin typeface="Palatino"/>
              </a:rPr>
              <a:t>Retrieval-Augmented Generation, or RAG, is a method that improves how large language models answer questions by allowing them to search for relevant information before generating a response. On their own, language models generate answers based on patterns learned during training, but they do not always have access to the exact documents, datasets, or recent information a user may need. RAG addresses this limitation by combining two steps: retrieval and generation. First, the system searches a database or collection of documents for information related to the user’s question. Then, the language model uses that retrieved information to produce a more accurate, grounded, and context-aware answer. </a:t>
            </a:r>
            <a:endParaRPr lang="en-US" sz="2667" dirty="0">
              <a:latin typeface="Palatino"/>
              <a:ea typeface="Palatino" charset="0"/>
              <a:cs typeface="Palatino" charset="0"/>
            </a:endParaRPr>
          </a:p>
          <a:p>
            <a:pPr marL="0" indent="0" algn="just">
              <a:spcBef>
                <a:spcPts val="0"/>
              </a:spcBef>
              <a:buNone/>
            </a:pPr>
            <a:endParaRPr lang="en-US" sz="2667" dirty="0">
              <a:latin typeface="Palatino"/>
              <a:ea typeface="Palatino" charset="0"/>
              <a:cs typeface="Palatino" charset="0"/>
            </a:endParaRPr>
          </a:p>
          <a:p>
            <a:pPr marL="0" indent="0" algn="just">
              <a:spcBef>
                <a:spcPts val="0"/>
              </a:spcBef>
              <a:buNone/>
            </a:pPr>
            <a:r>
              <a:rPr lang="en-US" sz="2667" dirty="0">
                <a:latin typeface="Palatino"/>
              </a:rPr>
              <a:t>Different RAG architectures retrieve knowledge in different ways. </a:t>
            </a:r>
            <a:r>
              <a:rPr lang="en-US" sz="2667" dirty="0" err="1">
                <a:latin typeface="Palatino"/>
              </a:rPr>
              <a:t>VectorRAG</a:t>
            </a:r>
            <a:r>
              <a:rPr lang="en-US" sz="2667" dirty="0">
                <a:latin typeface="Palatino"/>
              </a:rPr>
              <a:t> is the standard form of RAG, where document chunks are embedded into vectors and the system retrieves the chunks most similar to the user’s query. This works well for direct question answering, but it can struggle when information is spread across multiple documents. </a:t>
            </a:r>
            <a:r>
              <a:rPr lang="en-US" sz="2667" dirty="0" err="1">
                <a:latin typeface="Palatino"/>
              </a:rPr>
              <a:t>GraphRAG</a:t>
            </a:r>
            <a:r>
              <a:rPr lang="en-US" sz="2667" dirty="0">
                <a:latin typeface="Palatino"/>
              </a:rPr>
              <a:t> adds more structure by building a knowledge graph of entities and relationships from the corpus, allowing the system to answer both local questions about specific concepts and global questions about broader themes in the dataset. </a:t>
            </a:r>
            <a:r>
              <a:rPr lang="en-US" sz="2667" dirty="0" err="1">
                <a:latin typeface="Palatino"/>
              </a:rPr>
              <a:t>HippoRAG</a:t>
            </a:r>
            <a:r>
              <a:rPr lang="en-US" sz="2667" dirty="0">
                <a:latin typeface="Palatino"/>
              </a:rPr>
              <a:t> goes a step further by using graph-based associative retrieval inspired by human memory (the hippocampus), making it especially useful for reasoning tasks where the answer depends on connecting several related facts. In short, </a:t>
            </a:r>
            <a:r>
              <a:rPr lang="en-US" sz="2667" dirty="0" err="1">
                <a:latin typeface="Palatino"/>
              </a:rPr>
              <a:t>VectorRAG</a:t>
            </a:r>
            <a:r>
              <a:rPr lang="en-US" sz="2667" dirty="0">
                <a:latin typeface="Palatino"/>
              </a:rPr>
              <a:t> retrieves by similarity, </a:t>
            </a:r>
            <a:r>
              <a:rPr lang="en-US" sz="2667" dirty="0" err="1">
                <a:latin typeface="Palatino"/>
              </a:rPr>
              <a:t>GraphRAG</a:t>
            </a:r>
            <a:r>
              <a:rPr lang="en-US" sz="2667" dirty="0">
                <a:latin typeface="Palatino"/>
              </a:rPr>
              <a:t> retrieves by structure, and </a:t>
            </a:r>
            <a:r>
              <a:rPr lang="en-US" sz="2667" dirty="0" err="1">
                <a:latin typeface="Palatino"/>
              </a:rPr>
              <a:t>HippoRAG</a:t>
            </a:r>
            <a:r>
              <a:rPr lang="en-US" sz="2667" dirty="0">
                <a:latin typeface="Palatino"/>
              </a:rPr>
              <a:t> retrieves by association.</a:t>
            </a:r>
            <a:endParaRPr lang="en-US" sz="2667" dirty="0">
              <a:latin typeface="Palatino"/>
              <a:ea typeface="Palatino" charset="0"/>
              <a:cs typeface="Palatino" charset="0"/>
            </a:endParaRPr>
          </a:p>
          <a:p>
            <a:pPr marL="0" indent="0" algn="just">
              <a:spcBef>
                <a:spcPts val="0"/>
              </a:spcBef>
              <a:buNone/>
            </a:pPr>
            <a:endParaRPr lang="en-US" sz="2667" dirty="0">
              <a:latin typeface="Palatino"/>
              <a:ea typeface="Palatino" charset="0"/>
              <a:cs typeface="Palatino" charset="0"/>
            </a:endParaRPr>
          </a:p>
          <a:p>
            <a:pPr marL="0" indent="0" algn="just">
              <a:spcBef>
                <a:spcPts val="0"/>
              </a:spcBef>
              <a:buNone/>
            </a:pPr>
            <a:r>
              <a:rPr lang="en-US" sz="2667" dirty="0">
                <a:latin typeface="Palatino"/>
              </a:rPr>
              <a:t>The QGT-database is a repository of QGT-related experimental literature and extracted tabular data, with linked papers, notes, and example notebooks for reading and visualization. RAG can help QGT researchers by focusing LLM outputs in the QGT-database rather than relying on model memory alone. However, QGT data is linking numerical tables, metadata, observables, experiments, and papers, in which a graph-based RAG approach is especially valuable. When combined with an agentic LLM, the system can plan multi-step research tasks, traverse relationships across the database, call analysis tools, verify outputs, and return traceable scientific summaries. In this way, agentic RAG can function as a research assistant that accelerates literature review, data interpretation, and exploratory analysis while preserving scientific context.</a:t>
            </a:r>
            <a:endParaRPr lang="en-US" sz="2667" dirty="0">
              <a:latin typeface="Palatino" charset="0"/>
              <a:ea typeface="Palatino" charset="0"/>
              <a:cs typeface="Palatino" charset="0"/>
            </a:endParaRPr>
          </a:p>
          <a:p>
            <a:pPr marL="0" indent="0" algn="just">
              <a:spcBef>
                <a:spcPts val="0"/>
              </a:spcBef>
              <a:buNone/>
            </a:pPr>
            <a:endParaRPr lang="en-US" sz="2667" dirty="0">
              <a:latin typeface="Palatino"/>
              <a:ea typeface="Palatino" charset="0"/>
              <a:cs typeface="Palatino" charset="0"/>
            </a:endParaRPr>
          </a:p>
          <a:p>
            <a:pPr marL="0" indent="0" algn="just">
              <a:spcBef>
                <a:spcPts val="0"/>
              </a:spcBef>
              <a:buNone/>
            </a:pPr>
            <a:endParaRPr lang="en-US" sz="2667" dirty="0">
              <a:latin typeface="Palatino"/>
              <a:ea typeface="Palatino" charset="0"/>
              <a:cs typeface="Palatino" charset="0"/>
            </a:endParaRPr>
          </a:p>
          <a:p>
            <a:pPr marL="0" indent="0" algn="just">
              <a:spcBef>
                <a:spcPts val="0"/>
              </a:spcBef>
              <a:buNone/>
            </a:pPr>
            <a:endParaRPr lang="en-US" sz="2667" dirty="0">
              <a:latin typeface="Palatino"/>
              <a:ea typeface="Palatino" charset="0"/>
              <a:cs typeface="Palatino" charset="0"/>
            </a:endParaRPr>
          </a:p>
          <a:p>
            <a:pPr marL="0" indent="0" algn="just">
              <a:spcBef>
                <a:spcPts val="0"/>
              </a:spcBef>
              <a:buNone/>
            </a:pPr>
            <a:endParaRPr lang="en-US" sz="2667" dirty="0">
              <a:latin typeface="Palatino"/>
              <a:ea typeface="Palatino" charset="0"/>
              <a:cs typeface="Palatino" charset="0"/>
            </a:endParaRPr>
          </a:p>
          <a:p>
            <a:pPr marL="0" indent="0" algn="just">
              <a:spcBef>
                <a:spcPts val="0"/>
              </a:spcBef>
              <a:buNone/>
            </a:pPr>
            <a:endParaRPr lang="en-US" sz="2667" dirty="0">
              <a:latin typeface="Palatino"/>
              <a:ea typeface="Palatino" charset="0"/>
              <a:cs typeface="Palatino" charset="0"/>
            </a:endParaRPr>
          </a:p>
          <a:p>
            <a:pPr marL="0" indent="0" algn="just">
              <a:spcBef>
                <a:spcPts val="0"/>
              </a:spcBef>
              <a:buNone/>
            </a:pPr>
            <a:endParaRPr lang="en-US" sz="2667" dirty="0">
              <a:latin typeface="Palatino"/>
              <a:ea typeface="Palatino" charset="0"/>
              <a:cs typeface="Palatino" charset="0"/>
            </a:endParaRPr>
          </a:p>
        </p:txBody>
      </p:sp>
      <p:sp>
        <p:nvSpPr>
          <p:cNvPr id="29" name="Text Placeholder 8"/>
          <p:cNvSpPr>
            <a:spLocks noGrp="1"/>
          </p:cNvSpPr>
          <p:nvPr>
            <p:ph type="body" sz="quarter" idx="21"/>
          </p:nvPr>
        </p:nvSpPr>
        <p:spPr>
          <a:xfrm>
            <a:off x="305009" y="3563541"/>
            <a:ext cx="11685296" cy="670749"/>
          </a:xfrm>
        </p:spPr>
        <p:txBody>
          <a:bodyPr anchor="ctr" anchorCtr="0"/>
          <a:lstStyle/>
          <a:p>
            <a:r>
              <a:rPr lang="en-US" sz="3667" b="1" dirty="0">
                <a:latin typeface="Palatino" charset="0"/>
                <a:ea typeface="Palatino" charset="0"/>
                <a:cs typeface="Palatino" charset="0"/>
              </a:rPr>
              <a:t>introduction</a:t>
            </a:r>
            <a:endParaRPr lang="en-US" sz="3000" b="1" dirty="0">
              <a:latin typeface="Palatino" charset="0"/>
              <a:ea typeface="Palatino" charset="0"/>
              <a:cs typeface="Palatino" charset="0"/>
            </a:endParaRPr>
          </a:p>
        </p:txBody>
      </p:sp>
      <p:sp>
        <p:nvSpPr>
          <p:cNvPr id="9" name="Text Placeholder 8"/>
          <p:cNvSpPr>
            <a:spLocks noGrp="1"/>
          </p:cNvSpPr>
          <p:nvPr>
            <p:ph type="body" sz="quarter" idx="21"/>
          </p:nvPr>
        </p:nvSpPr>
        <p:spPr>
          <a:xfrm>
            <a:off x="12345048" y="3563541"/>
            <a:ext cx="11658600" cy="670749"/>
          </a:xfrm>
        </p:spPr>
        <p:txBody>
          <a:bodyPr anchor="ctr" anchorCtr="0"/>
          <a:lstStyle/>
          <a:p>
            <a:r>
              <a:rPr lang="en-US" sz="3667" b="1" dirty="0">
                <a:latin typeface="Palatino" charset="0"/>
                <a:ea typeface="Palatino" charset="0"/>
                <a:cs typeface="Palatino" charset="0"/>
              </a:rPr>
              <a:t>Current Steps and Progress</a:t>
            </a:r>
          </a:p>
        </p:txBody>
      </p:sp>
      <p:sp>
        <p:nvSpPr>
          <p:cNvPr id="58" name="Content Placeholder 2"/>
          <p:cNvSpPr>
            <a:spLocks noGrp="1"/>
          </p:cNvSpPr>
          <p:nvPr>
            <p:ph sz="quarter" idx="32"/>
          </p:nvPr>
        </p:nvSpPr>
        <p:spPr>
          <a:xfrm>
            <a:off x="24506559" y="4237375"/>
            <a:ext cx="11675196" cy="5903389"/>
          </a:xfrm>
          <a:solidFill>
            <a:schemeClr val="bg1">
              <a:alpha val="81000"/>
            </a:schemeClr>
          </a:solidFill>
        </p:spPr>
        <p:txBody>
          <a:bodyPr vert="horz" lIns="76200" tIns="182880" rIns="91440" bIns="45720" rtlCol="0">
            <a:noAutofit/>
          </a:bodyPr>
          <a:lstStyle/>
          <a:p>
            <a:pPr marL="0" indent="0" algn="just">
              <a:buNone/>
            </a:pPr>
            <a:r>
              <a:rPr lang="en-US" sz="1750" dirty="0">
                <a:latin typeface="Palatino"/>
                <a:ea typeface="Palatino" charset="0"/>
                <a:cs typeface="Palatino" charset="0"/>
              </a:rPr>
              <a:t>Q: </a:t>
            </a:r>
            <a:r>
              <a:rPr lang="en-US" sz="1750" dirty="0">
                <a:latin typeface="Palatino"/>
              </a:rPr>
              <a:t>What are the types of leptons and energies used in the measurements and how it is reflected in the publications?</a:t>
            </a:r>
          </a:p>
          <a:p>
            <a:pPr marL="0" indent="0" algn="just">
              <a:buNone/>
            </a:pPr>
            <a:r>
              <a:rPr lang="en-US" sz="1750" dirty="0">
                <a:latin typeface="Palatino"/>
                <a:cs typeface="Palatino"/>
              </a:rPr>
              <a:t>Thinking: </a:t>
            </a:r>
            <a:r>
              <a:rPr lang="en-US" sz="1750" dirty="0">
                <a:solidFill>
                  <a:srgbClr val="1D1C1D"/>
                </a:solidFill>
                <a:latin typeface="Palatino"/>
              </a:rPr>
              <a:t>To answer this question, I need to extract, for each referenced publication, the types of leptons used (electron, positron, etc.) and the beam energies, and note how these are reflected in the documentation (README notes, tables, etc.). Ref. 4: The lepton type is an electron, with a beam energy of 5.7 GeV. This is stated in the "Notes" section: "The lepton type used in this experiment was an electron," and "</a:t>
            </a:r>
            <a:r>
              <a:rPr lang="en-US" sz="1750" dirty="0" err="1">
                <a:solidFill>
                  <a:srgbClr val="1D1C1D"/>
                </a:solidFill>
                <a:latin typeface="Palatino"/>
              </a:rPr>
              <a:t>Elepton</a:t>
            </a:r>
            <a:r>
              <a:rPr lang="en-US" sz="1750" dirty="0">
                <a:solidFill>
                  <a:srgbClr val="1D1C1D"/>
                </a:solidFill>
                <a:latin typeface="Palatino"/>
              </a:rPr>
              <a:t> denotes the lepton beam energy... (measured at 5.7 GeV).“ Ref. 10: The lepton type is electrons, with a beam energy of 4.8 GeV. This is in the "Notes": "</a:t>
            </a:r>
            <a:r>
              <a:rPr lang="en-US" sz="1750" dirty="0" err="1">
                <a:solidFill>
                  <a:srgbClr val="1D1C1D"/>
                </a:solidFill>
                <a:latin typeface="Palatino"/>
              </a:rPr>
              <a:t>Elepton</a:t>
            </a:r>
            <a:r>
              <a:rPr lang="en-US" sz="1750" dirty="0">
                <a:solidFill>
                  <a:srgbClr val="1D1C1D"/>
                </a:solidFill>
                <a:latin typeface="Palatino"/>
              </a:rPr>
              <a:t> denotes the lepton beam energy... (measured at 4.8 GeV). The lepton type(s) used in this experiment were electrons.“ Ref. 26: The lepton type is electrons, with a beam energy of 10.6 GeV. "The lepton beam energy... (measured at 10.6 GeV). The lepton type(s) used... electrons.“ Ref. 29: The lepton types are electrons and positrons, with a beam energy of 27.6 GeV. "The lepton beam energy... (measured at 27.6 GeV). The lepton type(s) used... electrons and positrons.“ Ref. 30: The lepton type is electrons, with a beam energy of 27.6 GeV. "The lepton beam energy... (measured at 27.6 GeV). The lepton type(s) used... electrons.“ How is this reflected in the publications? In each README, the lepton type and energy are explicitly stated in the "Notes" section. In cases with tables (e.g., Ref. 4, Ref. 10), the symbol "</a:t>
            </a:r>
            <a:r>
              <a:rPr lang="en-US" sz="1750" dirty="0" err="1">
                <a:solidFill>
                  <a:srgbClr val="1D1C1D"/>
                </a:solidFill>
                <a:latin typeface="Palatino"/>
              </a:rPr>
              <a:t>Elepton</a:t>
            </a:r>
            <a:r>
              <a:rPr lang="en-US" sz="1750" dirty="0">
                <a:solidFill>
                  <a:srgbClr val="1D1C1D"/>
                </a:solidFill>
                <a:latin typeface="Palatino"/>
              </a:rPr>
              <a:t>" is defined in the Definitions &amp; Units Table as "Incident electron beam energy," with units GeV. In references without tables (e.g., Ref. 26, 29, 30), the lepton type and energy are still stated in the "Notes" section.</a:t>
            </a:r>
          </a:p>
          <a:p>
            <a:pPr marL="0" indent="0">
              <a:buNone/>
            </a:pPr>
            <a:r>
              <a:rPr lang="en-US" sz="1750" dirty="0">
                <a:solidFill>
                  <a:srgbClr val="1D1C1D"/>
                </a:solidFill>
                <a:latin typeface="Palatino"/>
              </a:rPr>
              <a:t>Answer: The measurements use electrons (Refs. 4, 10, 26, 30) and both electrons and positrons (Ref. 29) as lepton types, with beam energies of 4.8 GeV (Ref. 10), 5.7 GeV (Ref. 4), 10.6 GeV (Ref. 26), and 27.6 GeV (Refs. 29, 30). These details are explicitly stated in the "Notes" section of each publication's README, and, where tables are present, the beam energy is also defined as "</a:t>
            </a:r>
            <a:r>
              <a:rPr lang="en-US" sz="1750" dirty="0" err="1">
                <a:solidFill>
                  <a:srgbClr val="1D1C1D"/>
                </a:solidFill>
                <a:latin typeface="Palatino"/>
              </a:rPr>
              <a:t>Elepton</a:t>
            </a:r>
            <a:r>
              <a:rPr lang="en-US" sz="1750" dirty="0">
                <a:solidFill>
                  <a:srgbClr val="1D1C1D"/>
                </a:solidFill>
                <a:latin typeface="Palatino"/>
              </a:rPr>
              <a:t>" in the Definitions &amp; Units Table.</a:t>
            </a:r>
          </a:p>
          <a:p>
            <a:pPr marL="0" indent="0" algn="just">
              <a:buNone/>
            </a:pPr>
            <a:endParaRPr lang="en-US" sz="1750" dirty="0">
              <a:latin typeface="Palatino"/>
              <a:cs typeface="Palatino"/>
            </a:endParaRPr>
          </a:p>
          <a:p>
            <a:pPr marL="0" indent="0" algn="just">
              <a:buNone/>
            </a:pPr>
            <a:endParaRPr lang="en-US" sz="1750" dirty="0">
              <a:latin typeface="Palatino"/>
              <a:cs typeface="Palatino"/>
            </a:endParaRPr>
          </a:p>
          <a:p>
            <a:pPr marL="0" indent="0">
              <a:buNone/>
            </a:pPr>
            <a:endParaRPr lang="en-US" sz="1750" dirty="0">
              <a:latin typeface="Palatino"/>
              <a:ea typeface="Palatino" charset="0"/>
              <a:cs typeface="Palatino"/>
            </a:endParaRPr>
          </a:p>
          <a:p>
            <a:pPr marL="0" indent="0">
              <a:buNone/>
            </a:pPr>
            <a:endParaRPr lang="en-US" sz="1750" dirty="0">
              <a:latin typeface="Palatino"/>
              <a:ea typeface="Palatino" charset="0"/>
              <a:cs typeface="Palatino" charset="0"/>
            </a:endParaRPr>
          </a:p>
        </p:txBody>
      </p:sp>
      <p:sp>
        <p:nvSpPr>
          <p:cNvPr id="92" name="Content Placeholder 2"/>
          <p:cNvSpPr>
            <a:spLocks noGrp="1"/>
          </p:cNvSpPr>
          <p:nvPr>
            <p:ph sz="quarter" idx="32"/>
          </p:nvPr>
        </p:nvSpPr>
        <p:spPr>
          <a:xfrm>
            <a:off x="361294" y="25365650"/>
            <a:ext cx="11649900" cy="3002593"/>
          </a:xfrm>
          <a:solidFill>
            <a:schemeClr val="bg1">
              <a:alpha val="81000"/>
            </a:schemeClr>
          </a:solidFill>
        </p:spPr>
        <p:txBody>
          <a:bodyPr vert="horz" lIns="76200" tIns="182880" rIns="91440" bIns="45720" rtlCol="0">
            <a:normAutofit/>
          </a:bodyPr>
          <a:lstStyle/>
          <a:p>
            <a:pPr marL="0" indent="0" algn="just">
              <a:buNone/>
            </a:pPr>
            <a:r>
              <a:rPr lang="en-US" sz="2667" dirty="0">
                <a:latin typeface="Palatino"/>
              </a:rPr>
              <a:t>This project was made possible, in part, by a seed grant from the Penn State Office of the Vice President for Commonwealth Campuses. This work was supported in part by the U.S. Department of Energy under contract No. DE-AC05-06OR23177, under which Jefferson Science Associates, LLC operates Jefferson Lab, and by the National Science Foundation under Grants No. PHY-2310031 and No. PHY-2335114.</a:t>
            </a:r>
            <a:endParaRPr lang="en-US" sz="2667" dirty="0">
              <a:latin typeface="Palatino"/>
              <a:cs typeface="Palatino"/>
            </a:endParaRPr>
          </a:p>
        </p:txBody>
      </p:sp>
      <p:sp>
        <p:nvSpPr>
          <p:cNvPr id="77" name="Text Placeholder 8"/>
          <p:cNvSpPr>
            <a:spLocks noGrp="1"/>
          </p:cNvSpPr>
          <p:nvPr>
            <p:ph type="body" sz="quarter" idx="21"/>
          </p:nvPr>
        </p:nvSpPr>
        <p:spPr>
          <a:xfrm>
            <a:off x="24506558" y="3563541"/>
            <a:ext cx="11658600" cy="670749"/>
          </a:xfrm>
        </p:spPr>
        <p:txBody>
          <a:bodyPr anchor="ctr" anchorCtr="0"/>
          <a:lstStyle/>
          <a:p>
            <a:r>
              <a:rPr lang="en-US" sz="3667" b="1" dirty="0">
                <a:latin typeface="Palatino" charset="0"/>
                <a:ea typeface="Palatino" charset="0"/>
                <a:cs typeface="Palatino" charset="0"/>
              </a:rPr>
              <a:t>Hippo RAG Query Example</a:t>
            </a:r>
          </a:p>
        </p:txBody>
      </p:sp>
      <p:pic>
        <p:nvPicPr>
          <p:cNvPr id="40" name="Picture 3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880041" y="127396"/>
            <a:ext cx="6037838" cy="2736920"/>
          </a:xfrm>
          <a:prstGeom prst="rect">
            <a:avLst/>
          </a:prstGeom>
        </p:spPr>
      </p:pic>
      <p:pic>
        <p:nvPicPr>
          <p:cNvPr id="41" name="Picture 4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9800" y="462038"/>
            <a:ext cx="2293239" cy="2305225"/>
          </a:xfrm>
          <a:prstGeom prst="rect">
            <a:avLst/>
          </a:prstGeom>
        </p:spPr>
      </p:pic>
      <p:sp>
        <p:nvSpPr>
          <p:cNvPr id="57" name="Text Placeholder 8"/>
          <p:cNvSpPr>
            <a:spLocks noGrp="1"/>
          </p:cNvSpPr>
          <p:nvPr>
            <p:ph type="body" sz="quarter" idx="21"/>
          </p:nvPr>
        </p:nvSpPr>
        <p:spPr>
          <a:xfrm>
            <a:off x="352594" y="24740171"/>
            <a:ext cx="11658599" cy="670559"/>
          </a:xfrm>
        </p:spPr>
        <p:txBody>
          <a:bodyPr/>
          <a:lstStyle/>
          <a:p>
            <a:r>
              <a:rPr lang="en-US" sz="3667" b="1" dirty="0">
                <a:latin typeface="Palatino" charset="0"/>
                <a:ea typeface="Palatino" charset="0"/>
                <a:cs typeface="Palatino" charset="0"/>
              </a:rPr>
              <a:t>Acknowledgements</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3BBF5109-FE69-7C4E-8EC5-2281C32B169B}"/>
                  </a:ext>
                </a:extLst>
              </p:cNvPr>
              <p:cNvSpPr txBox="1"/>
              <p:nvPr/>
            </p:nvSpPr>
            <p:spPr>
              <a:xfrm>
                <a:off x="904621" y="12595223"/>
                <a:ext cx="371799" cy="4513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333" i="1">
                          <a:latin typeface="Cambria Math" panose="02040503050406030204" pitchFamily="18" charset="0"/>
                        </a:rPr>
                        <m:t>𝑙</m:t>
                      </m:r>
                    </m:oMath>
                  </m:oMathPara>
                </a14:m>
                <a:endParaRPr lang="en-US" sz="2333" dirty="0"/>
              </a:p>
            </p:txBody>
          </p:sp>
        </mc:Choice>
        <mc:Fallback xmlns="">
          <p:sp>
            <p:nvSpPr>
              <p:cNvPr id="51" name="TextBox 50">
                <a:extLst>
                  <a:ext uri="{FF2B5EF4-FFF2-40B4-BE49-F238E27FC236}">
                    <a16:creationId xmlns:a16="http://schemas.microsoft.com/office/drawing/2014/main" id="{3BBF5109-FE69-7C4E-8EC5-2281C32B169B}"/>
                  </a:ext>
                </a:extLst>
              </p:cNvPr>
              <p:cNvSpPr txBox="1">
                <a:spLocks noRot="1" noChangeAspect="1" noMove="1" noResize="1" noEditPoints="1" noAdjustHandles="1" noChangeArrowheads="1" noChangeShapeType="1" noTextEdit="1"/>
              </p:cNvSpPr>
              <p:nvPr/>
            </p:nvSpPr>
            <p:spPr>
              <a:xfrm>
                <a:off x="904621" y="12595223"/>
                <a:ext cx="371799" cy="451342"/>
              </a:xfrm>
              <a:prstGeom prst="rect">
                <a:avLst/>
              </a:prstGeom>
              <a:blipFill>
                <a:blip r:embed="rId7"/>
                <a:stretch>
                  <a:fillRect/>
                </a:stretch>
              </a:blipFill>
            </p:spPr>
            <p:txBody>
              <a:bodyPr/>
              <a:lstStyle/>
              <a:p>
                <a:r>
                  <a:rPr lang="en-US">
                    <a:noFill/>
                  </a:rPr>
                  <a:t> </a:t>
                </a:r>
              </a:p>
            </p:txBody>
          </p:sp>
        </mc:Fallback>
      </mc:AlternateContent>
      <p:sp>
        <p:nvSpPr>
          <p:cNvPr id="81" name="}">
            <a:extLst>
              <a:ext uri="{FF2B5EF4-FFF2-40B4-BE49-F238E27FC236}">
                <a16:creationId xmlns:a16="http://schemas.microsoft.com/office/drawing/2014/main" id="{03BBB7EC-3C68-CD4B-8F4F-0B26918369F4}"/>
              </a:ext>
            </a:extLst>
          </p:cNvPr>
          <p:cNvSpPr txBox="1"/>
          <p:nvPr/>
        </p:nvSpPr>
        <p:spPr>
          <a:xfrm>
            <a:off x="5406853" y="12419801"/>
            <a:ext cx="85557" cy="13165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42333" tIns="42333" rIns="42333" bIns="42333" anchor="ctr">
            <a:spAutoFit/>
          </a:bodyPr>
          <a:lstStyle>
            <a:lvl1pPr>
              <a:defRPr sz="15000" spc="150"/>
            </a:lvl1pPr>
          </a:lstStyle>
          <a:p>
            <a:endParaRPr sz="8000"/>
          </a:p>
        </p:txBody>
      </p:sp>
      <p:sp>
        <p:nvSpPr>
          <p:cNvPr id="94" name="}">
            <a:extLst>
              <a:ext uri="{FF2B5EF4-FFF2-40B4-BE49-F238E27FC236}">
                <a16:creationId xmlns:a16="http://schemas.microsoft.com/office/drawing/2014/main" id="{79630B8D-0FDC-894E-846C-9C8C174B54EB}"/>
              </a:ext>
            </a:extLst>
          </p:cNvPr>
          <p:cNvSpPr txBox="1"/>
          <p:nvPr/>
        </p:nvSpPr>
        <p:spPr>
          <a:xfrm>
            <a:off x="5406853" y="14028468"/>
            <a:ext cx="85557" cy="13165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42333" tIns="42333" rIns="42333" bIns="42333" anchor="ctr">
            <a:spAutoFit/>
          </a:bodyPr>
          <a:lstStyle>
            <a:lvl1pPr>
              <a:defRPr sz="15000" spc="150"/>
            </a:lvl1pPr>
          </a:lstStyle>
          <a:p>
            <a:endParaRPr sz="8000"/>
          </a:p>
        </p:txBody>
      </p:sp>
      <p:sp>
        <p:nvSpPr>
          <p:cNvPr id="101" name="Content Placeholder 2">
            <a:extLst>
              <a:ext uri="{FF2B5EF4-FFF2-40B4-BE49-F238E27FC236}">
                <a16:creationId xmlns:a16="http://schemas.microsoft.com/office/drawing/2014/main" id="{A437C667-DE3A-7A48-A545-63B163C62CDA}"/>
              </a:ext>
            </a:extLst>
          </p:cNvPr>
          <p:cNvSpPr txBox="1">
            <a:spLocks/>
          </p:cNvSpPr>
          <p:nvPr/>
        </p:nvSpPr>
        <p:spPr>
          <a:xfrm>
            <a:off x="12343750" y="25373260"/>
            <a:ext cx="23899693" cy="2934578"/>
          </a:xfrm>
          <a:prstGeom prst="rect">
            <a:avLst/>
          </a:prstGeom>
          <a:solidFill>
            <a:schemeClr val="bg1">
              <a:alpha val="81000"/>
            </a:schemeClr>
          </a:solidFill>
        </p:spPr>
        <p:txBody>
          <a:bodyPr vert="horz" lIns="76200" tIns="152400" rIns="76200" bIns="38100" rtlCol="0">
            <a:normAutofit/>
          </a:bodyPr>
          <a:lstStyle>
            <a:lvl1pPr marL="257175" indent="-257175" algn="l" defTabSz="2468880" rtl="0" eaLnBrk="1" latinLnBrk="0" hangingPunct="1">
              <a:lnSpc>
                <a:spcPct val="100000"/>
              </a:lnSpc>
              <a:spcBef>
                <a:spcPts val="675"/>
              </a:spcBef>
              <a:buClr>
                <a:schemeClr val="accent2"/>
              </a:buClr>
              <a:buFont typeface="Arial" panose="020B0604020202020204" pitchFamily="34" charset="0"/>
              <a:buChar char="•"/>
              <a:defRPr sz="1575" kern="1200" baseline="0">
                <a:solidFill>
                  <a:schemeClr val="tx1"/>
                </a:solidFill>
                <a:latin typeface="+mn-lt"/>
                <a:ea typeface="+mn-ea"/>
                <a:cs typeface="+mn-cs"/>
              </a:defRPr>
            </a:lvl1pPr>
            <a:lvl2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2pPr>
            <a:lvl3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3pPr>
            <a:lvl4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4pPr>
            <a:lvl5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5pPr>
            <a:lvl6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6pPr>
            <a:lvl7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7pPr>
            <a:lvl8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8pPr>
            <a:lvl9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endParaRPr lang="en-US" sz="2667" b="1" dirty="0">
              <a:latin typeface="Palatino"/>
              <a:ea typeface="Palatino" charset="0"/>
              <a:cs typeface="Palatino" charset="0"/>
            </a:endParaRPr>
          </a:p>
        </p:txBody>
      </p:sp>
      <p:sp>
        <p:nvSpPr>
          <p:cNvPr id="36" name="TextBox 35"/>
          <p:cNvSpPr txBox="1"/>
          <p:nvPr/>
        </p:nvSpPr>
        <p:spPr>
          <a:xfrm>
            <a:off x="12343750" y="25498242"/>
            <a:ext cx="23283023" cy="2554930"/>
          </a:xfrm>
          <a:prstGeom prst="rect">
            <a:avLst/>
          </a:prstGeom>
          <a:noFill/>
        </p:spPr>
        <p:txBody>
          <a:bodyPr wrap="square" rtlCol="0">
            <a:spAutoFit/>
          </a:bodyPr>
          <a:lstStyle/>
          <a:p>
            <a:r>
              <a:rPr lang="en-US" sz="2667" dirty="0">
                <a:latin typeface="Palatino"/>
              </a:rPr>
              <a:t>[1] QGT Collaboration: https://</a:t>
            </a:r>
            <a:r>
              <a:rPr lang="en-US" sz="2667" dirty="0" err="1">
                <a:latin typeface="Palatino"/>
              </a:rPr>
              <a:t>qgtcollab.github.io</a:t>
            </a:r>
            <a:endParaRPr lang="en-US" sz="2667" dirty="0">
              <a:solidFill>
                <a:srgbClr val="000000"/>
              </a:solidFill>
              <a:latin typeface="Palatino"/>
            </a:endParaRPr>
          </a:p>
          <a:p>
            <a:r>
              <a:rPr lang="en-US" sz="2667" dirty="0">
                <a:solidFill>
                  <a:srgbClr val="000000"/>
                </a:solidFill>
                <a:latin typeface="Palatino"/>
              </a:rPr>
              <a:t>[2] Amazon, “What is RAG? - Retrieval-Augmented Generation Explained - AWS,” </a:t>
            </a:r>
            <a:r>
              <a:rPr lang="en-US" sz="2667" i="1" dirty="0">
                <a:solidFill>
                  <a:srgbClr val="000000"/>
                </a:solidFill>
                <a:latin typeface="Palatino"/>
              </a:rPr>
              <a:t>Amazon Web Services, Inc.</a:t>
            </a:r>
            <a:r>
              <a:rPr lang="en-US" sz="2667" dirty="0">
                <a:solidFill>
                  <a:srgbClr val="000000"/>
                </a:solidFill>
                <a:latin typeface="Palatino"/>
              </a:rPr>
              <a:t>, 2024. </a:t>
            </a:r>
          </a:p>
          <a:p>
            <a:r>
              <a:rPr lang="en-US" sz="2667" dirty="0">
                <a:solidFill>
                  <a:srgbClr val="000000"/>
                </a:solidFill>
                <a:latin typeface="Palatino"/>
              </a:rPr>
              <a:t>[3] </a:t>
            </a:r>
            <a:r>
              <a:rPr lang="en-US" sz="2667" dirty="0">
                <a:latin typeface="Palatino"/>
              </a:rPr>
              <a:t>M. K. Singla, “Graph-Based Retrieval-Augmented LLMs for Structured Physics Data,” B.S. thesis, Dept. of Engineering, Schreyer Honors College, Pennsylvania State Univ., University Park, PA, USA, 2026.</a:t>
            </a:r>
            <a:br>
              <a:rPr lang="en-US" sz="2667" dirty="0">
                <a:latin typeface="Palatino"/>
              </a:rPr>
            </a:br>
            <a:r>
              <a:rPr lang="en-US" sz="2667" dirty="0">
                <a:latin typeface="Palatino"/>
              </a:rPr>
              <a:t>[4] OSU-NLP-Group, “</a:t>
            </a:r>
            <a:r>
              <a:rPr lang="en-US" sz="2667" dirty="0" err="1">
                <a:latin typeface="Palatino"/>
              </a:rPr>
              <a:t>HippoRAG</a:t>
            </a:r>
            <a:r>
              <a:rPr lang="en-US" sz="2667" dirty="0">
                <a:latin typeface="Palatino"/>
              </a:rPr>
              <a:t> 2: From RAG to Memory,” GitHub repository. [Online]. Available: </a:t>
            </a:r>
            <a:r>
              <a:rPr lang="en-US" sz="2667" dirty="0">
                <a:latin typeface="Palatino"/>
                <a:hlinkClick r:id="rId8"/>
              </a:rPr>
              <a:t>https://github.com/osu-nlp-group/hipporag</a:t>
            </a:r>
            <a:endParaRPr lang="en-US" sz="2667" dirty="0">
              <a:latin typeface="Palatino"/>
            </a:endParaRPr>
          </a:p>
          <a:p>
            <a:r>
              <a:rPr lang="en-US" sz="2667" dirty="0">
                <a:latin typeface="Palatino"/>
              </a:rPr>
              <a:t>[5] QGT Database: https://</a:t>
            </a:r>
            <a:r>
              <a:rPr lang="en-US" sz="2667" dirty="0" err="1">
                <a:latin typeface="Palatino"/>
              </a:rPr>
              <a:t>github.com</a:t>
            </a:r>
            <a:r>
              <a:rPr lang="en-US" sz="2667" dirty="0">
                <a:latin typeface="Palatino"/>
              </a:rPr>
              <a:t>/</a:t>
            </a:r>
            <a:r>
              <a:rPr lang="en-US" sz="2667" dirty="0" err="1">
                <a:latin typeface="Palatino"/>
              </a:rPr>
              <a:t>qgtcollab</a:t>
            </a:r>
            <a:r>
              <a:rPr lang="en-US" sz="2667" dirty="0">
                <a:latin typeface="Palatino"/>
              </a:rPr>
              <a:t>/QGT-database/ </a:t>
            </a:r>
            <a:endParaRPr lang="en-US" sz="2667" dirty="0">
              <a:latin typeface="Palatino"/>
              <a:ea typeface="Palatino" pitchFamily="2" charset="77"/>
              <a:cs typeface="Times New Roman" panose="02020603050405020304" pitchFamily="18" charset="0"/>
            </a:endParaRPr>
          </a:p>
        </p:txBody>
      </p:sp>
      <p:sp>
        <p:nvSpPr>
          <p:cNvPr id="6" name="AutoShape 8">
            <a:extLst>
              <a:ext uri="{FF2B5EF4-FFF2-40B4-BE49-F238E27FC236}">
                <a16:creationId xmlns:a16="http://schemas.microsoft.com/office/drawing/2014/main" id="{D8588BA1-4DF2-CC48-4EA2-49C36824700D}"/>
              </a:ext>
            </a:extLst>
          </p:cNvPr>
          <p:cNvSpPr>
            <a:spLocks noChangeAspect="1" noChangeArrowheads="1"/>
          </p:cNvSpPr>
          <p:nvPr/>
        </p:nvSpPr>
        <p:spPr bwMode="auto">
          <a:xfrm>
            <a:off x="18161000" y="14503400"/>
            <a:ext cx="254000" cy="254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endParaRPr lang="en-US" sz="5184"/>
          </a:p>
        </p:txBody>
      </p:sp>
      <p:grpSp>
        <p:nvGrpSpPr>
          <p:cNvPr id="16" name="Group 15">
            <a:extLst>
              <a:ext uri="{FF2B5EF4-FFF2-40B4-BE49-F238E27FC236}">
                <a16:creationId xmlns:a16="http://schemas.microsoft.com/office/drawing/2014/main" id="{3F1FCA74-15AD-F1B0-7769-A8A5C4BEB32A}"/>
              </a:ext>
            </a:extLst>
          </p:cNvPr>
          <p:cNvGrpSpPr/>
          <p:nvPr/>
        </p:nvGrpSpPr>
        <p:grpSpPr>
          <a:xfrm>
            <a:off x="12340478" y="10316917"/>
            <a:ext cx="19990094" cy="11579698"/>
            <a:chOff x="15383437" y="11245690"/>
            <a:chExt cx="26991915" cy="16455400"/>
          </a:xfrm>
        </p:grpSpPr>
        <p:sp>
          <p:nvSpPr>
            <p:cNvPr id="11" name="Rectangle 10">
              <a:extLst>
                <a:ext uri="{FF2B5EF4-FFF2-40B4-BE49-F238E27FC236}">
                  <a16:creationId xmlns:a16="http://schemas.microsoft.com/office/drawing/2014/main" id="{F69401A3-3CCD-E7AC-B3F9-F751E266605F}"/>
                </a:ext>
              </a:extLst>
            </p:cNvPr>
            <p:cNvSpPr/>
            <p:nvPr/>
          </p:nvSpPr>
          <p:spPr>
            <a:xfrm>
              <a:off x="26309782" y="18537382"/>
              <a:ext cx="15956280" cy="91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0" err="1"/>
            </a:p>
          </p:txBody>
        </p:sp>
        <p:pic>
          <p:nvPicPr>
            <p:cNvPr id="10" name="Picture 9">
              <a:extLst>
                <a:ext uri="{FF2B5EF4-FFF2-40B4-BE49-F238E27FC236}">
                  <a16:creationId xmlns:a16="http://schemas.microsoft.com/office/drawing/2014/main" id="{6C502BBB-ED98-BB84-1362-3B44B406DE6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383437" y="11245690"/>
              <a:ext cx="26991915" cy="16455400"/>
            </a:xfrm>
            <a:prstGeom prst="rect">
              <a:avLst/>
            </a:prstGeom>
          </p:spPr>
        </p:pic>
      </p:grpSp>
      <p:sp>
        <p:nvSpPr>
          <p:cNvPr id="27" name="Rectangle 26">
            <a:extLst>
              <a:ext uri="{FF2B5EF4-FFF2-40B4-BE49-F238E27FC236}">
                <a16:creationId xmlns:a16="http://schemas.microsoft.com/office/drawing/2014/main" id="{9AD1420B-10B9-4218-C09B-6B705A3B70DF}"/>
              </a:ext>
            </a:extLst>
          </p:cNvPr>
          <p:cNvSpPr/>
          <p:nvPr/>
        </p:nvSpPr>
        <p:spPr>
          <a:xfrm>
            <a:off x="32580885" y="12933155"/>
            <a:ext cx="3479839" cy="48238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80985" indent="-380985">
              <a:buFont typeface="Arial" panose="020B0604020202020204" pitchFamily="34" charset="0"/>
              <a:buChar char="•"/>
            </a:pPr>
            <a:r>
              <a:rPr lang="en-US" sz="2667" b="1" dirty="0">
                <a:solidFill>
                  <a:schemeClr val="tx1"/>
                </a:solidFill>
                <a:latin typeface="Palatino"/>
              </a:rPr>
              <a:t>Top-left</a:t>
            </a:r>
            <a:r>
              <a:rPr lang="en-US" sz="2667" dirty="0">
                <a:solidFill>
                  <a:schemeClr val="tx1"/>
                </a:solidFill>
                <a:latin typeface="Palatino"/>
              </a:rPr>
              <a:t>: Vector-RAG diagram</a:t>
            </a:r>
          </a:p>
          <a:p>
            <a:pPr marL="380985" indent="-380985">
              <a:buFont typeface="Arial" panose="020B0604020202020204" pitchFamily="34" charset="0"/>
              <a:buChar char="•"/>
            </a:pPr>
            <a:r>
              <a:rPr lang="en-US" sz="2667" b="1" dirty="0">
                <a:solidFill>
                  <a:schemeClr val="tx1"/>
                </a:solidFill>
                <a:latin typeface="Palatino"/>
              </a:rPr>
              <a:t>Top-right</a:t>
            </a:r>
            <a:r>
              <a:rPr lang="en-US" sz="2667" dirty="0">
                <a:solidFill>
                  <a:schemeClr val="tx1"/>
                </a:solidFill>
                <a:latin typeface="Palatino"/>
              </a:rPr>
              <a:t>: Graph-RAG overview</a:t>
            </a:r>
          </a:p>
          <a:p>
            <a:pPr marL="380985" indent="-380985">
              <a:buFont typeface="Arial" panose="020B0604020202020204" pitchFamily="34" charset="0"/>
              <a:buChar char="•"/>
            </a:pPr>
            <a:r>
              <a:rPr lang="en-US" sz="2667" b="1" dirty="0">
                <a:solidFill>
                  <a:schemeClr val="tx1"/>
                </a:solidFill>
                <a:latin typeface="Palatino"/>
              </a:rPr>
              <a:t>Bottom-right</a:t>
            </a:r>
            <a:r>
              <a:rPr lang="en-US" sz="2667" dirty="0">
                <a:solidFill>
                  <a:schemeClr val="tx1"/>
                </a:solidFill>
                <a:latin typeface="Palatino"/>
              </a:rPr>
              <a:t>: Hippo-RAG diagram</a:t>
            </a:r>
          </a:p>
          <a:p>
            <a:pPr marL="380985" indent="-380985">
              <a:buFont typeface="Arial" panose="020B0604020202020204" pitchFamily="34" charset="0"/>
              <a:buChar char="•"/>
            </a:pPr>
            <a:r>
              <a:rPr lang="en-US" sz="2667" b="1" dirty="0">
                <a:solidFill>
                  <a:schemeClr val="tx1"/>
                </a:solidFill>
                <a:latin typeface="Palatino"/>
              </a:rPr>
              <a:t>Bottom-left</a:t>
            </a:r>
            <a:r>
              <a:rPr lang="en-US" sz="2667" dirty="0">
                <a:solidFill>
                  <a:schemeClr val="tx1"/>
                </a:solidFill>
                <a:latin typeface="Palatino"/>
              </a:rPr>
              <a:t>: QGT database graph generated by </a:t>
            </a:r>
            <a:r>
              <a:rPr lang="en-US" sz="2667" dirty="0" err="1">
                <a:solidFill>
                  <a:schemeClr val="tx1"/>
                </a:solidFill>
                <a:latin typeface="Palatino"/>
              </a:rPr>
              <a:t>GraphRAG</a:t>
            </a:r>
            <a:endParaRPr lang="en-US" sz="2667" dirty="0">
              <a:solidFill>
                <a:schemeClr val="tx1"/>
              </a:solidFill>
              <a:latin typeface="Palatino"/>
            </a:endParaRPr>
          </a:p>
        </p:txBody>
      </p:sp>
      <p:sp>
        <p:nvSpPr>
          <p:cNvPr id="2" name="Text Placeholder 20">
            <a:extLst>
              <a:ext uri="{FF2B5EF4-FFF2-40B4-BE49-F238E27FC236}">
                <a16:creationId xmlns:a16="http://schemas.microsoft.com/office/drawing/2014/main" id="{5834EDDD-8538-6C8A-4F79-B8539169C718}"/>
              </a:ext>
            </a:extLst>
          </p:cNvPr>
          <p:cNvSpPr txBox="1">
            <a:spLocks/>
          </p:cNvSpPr>
          <p:nvPr/>
        </p:nvSpPr>
        <p:spPr>
          <a:xfrm>
            <a:off x="12368524" y="22021595"/>
            <a:ext cx="23824681" cy="670560"/>
          </a:xfrm>
          <a:prstGeom prst="round1Rect">
            <a:avLst/>
          </a:prstGeom>
          <a:solidFill>
            <a:schemeClr val="accent5"/>
          </a:solidFill>
        </p:spPr>
        <p:txBody>
          <a:bodyPr vert="horz" lIns="304800" tIns="38100" rIns="76200" bIns="38100" rtlCol="0" anchor="ctr">
            <a:noAutofit/>
          </a:bodyPr>
          <a:lstStyle>
            <a:lvl1pPr marL="0" indent="0" algn="l" defTabSz="2468880" rtl="0" eaLnBrk="1" latinLnBrk="0" hangingPunct="1">
              <a:lnSpc>
                <a:spcPct val="100000"/>
              </a:lnSpc>
              <a:spcBef>
                <a:spcPts val="0"/>
              </a:spcBef>
              <a:buClr>
                <a:schemeClr val="accent2"/>
              </a:buClr>
              <a:buFont typeface="Arial" panose="020B0604020202020204" pitchFamily="34" charset="0"/>
              <a:buNone/>
              <a:defRPr sz="3375" kern="1200" cap="all" baseline="0">
                <a:solidFill>
                  <a:schemeClr val="bg1"/>
                </a:solidFill>
                <a:latin typeface="+mj-lt"/>
                <a:ea typeface="+mn-ea"/>
                <a:cs typeface="+mn-cs"/>
              </a:defRPr>
            </a:lvl1pPr>
            <a:lvl2pPr marL="0" indent="0" algn="l" defTabSz="2468880" rtl="0" eaLnBrk="1" latinLnBrk="0" hangingPunct="1">
              <a:lnSpc>
                <a:spcPct val="100000"/>
              </a:lnSpc>
              <a:spcBef>
                <a:spcPts val="0"/>
              </a:spcBef>
              <a:buClr>
                <a:schemeClr val="accent2"/>
              </a:buClr>
              <a:buFont typeface="Arial" panose="020B0604020202020204" pitchFamily="34" charset="0"/>
              <a:buNone/>
              <a:defRPr sz="3375" kern="1200" cap="all" baseline="0">
                <a:solidFill>
                  <a:schemeClr val="bg1"/>
                </a:solidFill>
                <a:latin typeface="+mj-lt"/>
                <a:ea typeface="+mn-ea"/>
                <a:cs typeface="+mn-cs"/>
              </a:defRPr>
            </a:lvl2pPr>
            <a:lvl3pPr marL="0" indent="0" algn="l" defTabSz="2468880" rtl="0" eaLnBrk="1" latinLnBrk="0" hangingPunct="1">
              <a:lnSpc>
                <a:spcPct val="100000"/>
              </a:lnSpc>
              <a:spcBef>
                <a:spcPts val="0"/>
              </a:spcBef>
              <a:buClr>
                <a:schemeClr val="accent2"/>
              </a:buClr>
              <a:buFont typeface="Arial" panose="020B0604020202020204" pitchFamily="34" charset="0"/>
              <a:buNone/>
              <a:defRPr sz="3375" kern="1200" cap="all" baseline="0">
                <a:solidFill>
                  <a:schemeClr val="bg1"/>
                </a:solidFill>
                <a:latin typeface="+mj-lt"/>
                <a:ea typeface="+mn-ea"/>
                <a:cs typeface="+mn-cs"/>
              </a:defRPr>
            </a:lvl3pPr>
            <a:lvl4pPr marL="0" indent="0" algn="l" defTabSz="2468880" rtl="0" eaLnBrk="1" latinLnBrk="0" hangingPunct="1">
              <a:lnSpc>
                <a:spcPct val="100000"/>
              </a:lnSpc>
              <a:spcBef>
                <a:spcPts val="0"/>
              </a:spcBef>
              <a:buClr>
                <a:schemeClr val="accent2"/>
              </a:buClr>
              <a:buFont typeface="Arial" panose="020B0604020202020204" pitchFamily="34" charset="0"/>
              <a:buNone/>
              <a:defRPr sz="3375" kern="1200" cap="all" baseline="0">
                <a:solidFill>
                  <a:schemeClr val="bg1"/>
                </a:solidFill>
                <a:latin typeface="+mj-lt"/>
                <a:ea typeface="+mn-ea"/>
                <a:cs typeface="+mn-cs"/>
              </a:defRPr>
            </a:lvl4pPr>
            <a:lvl5pPr marL="0" indent="0" algn="l" defTabSz="2468880" rtl="0" eaLnBrk="1" latinLnBrk="0" hangingPunct="1">
              <a:lnSpc>
                <a:spcPct val="100000"/>
              </a:lnSpc>
              <a:spcBef>
                <a:spcPts val="0"/>
              </a:spcBef>
              <a:buClr>
                <a:schemeClr val="accent2"/>
              </a:buClr>
              <a:buFont typeface="Arial" panose="020B0604020202020204" pitchFamily="34" charset="0"/>
              <a:buNone/>
              <a:defRPr sz="3375" kern="1200" cap="all" baseline="0">
                <a:solidFill>
                  <a:schemeClr val="bg1"/>
                </a:solidFill>
                <a:latin typeface="+mj-lt"/>
                <a:ea typeface="+mn-ea"/>
                <a:cs typeface="+mn-cs"/>
              </a:defRPr>
            </a:lvl5pPr>
            <a:lvl6pPr marL="0" indent="0" algn="l" defTabSz="2468880" rtl="0" eaLnBrk="1" latinLnBrk="0" hangingPunct="1">
              <a:lnSpc>
                <a:spcPct val="100000"/>
              </a:lnSpc>
              <a:spcBef>
                <a:spcPts val="0"/>
              </a:spcBef>
              <a:buClr>
                <a:schemeClr val="accent2"/>
              </a:buClr>
              <a:buFont typeface="Arial" panose="020B0604020202020204" pitchFamily="34" charset="0"/>
              <a:buNone/>
              <a:defRPr sz="3375" kern="1200" cap="all" baseline="0">
                <a:solidFill>
                  <a:schemeClr val="bg1"/>
                </a:solidFill>
                <a:latin typeface="+mj-lt"/>
                <a:ea typeface="+mn-ea"/>
                <a:cs typeface="+mn-cs"/>
              </a:defRPr>
            </a:lvl6pPr>
            <a:lvl7pPr marL="0" indent="0" algn="l" defTabSz="2468880" rtl="0" eaLnBrk="1" latinLnBrk="0" hangingPunct="1">
              <a:lnSpc>
                <a:spcPct val="100000"/>
              </a:lnSpc>
              <a:spcBef>
                <a:spcPts val="0"/>
              </a:spcBef>
              <a:buClr>
                <a:schemeClr val="accent2"/>
              </a:buClr>
              <a:buFont typeface="Arial" panose="020B0604020202020204" pitchFamily="34" charset="0"/>
              <a:buNone/>
              <a:defRPr sz="3375" kern="1200" cap="all" baseline="0">
                <a:solidFill>
                  <a:schemeClr val="bg1"/>
                </a:solidFill>
                <a:latin typeface="+mj-lt"/>
                <a:ea typeface="+mn-ea"/>
                <a:cs typeface="+mn-cs"/>
              </a:defRPr>
            </a:lvl7pPr>
            <a:lvl8pPr marL="0" indent="0" algn="l" defTabSz="2468880" rtl="0" eaLnBrk="1" latinLnBrk="0" hangingPunct="1">
              <a:lnSpc>
                <a:spcPct val="100000"/>
              </a:lnSpc>
              <a:spcBef>
                <a:spcPts val="0"/>
              </a:spcBef>
              <a:buClr>
                <a:schemeClr val="accent2"/>
              </a:buClr>
              <a:buFont typeface="Arial" panose="020B0604020202020204" pitchFamily="34" charset="0"/>
              <a:buNone/>
              <a:defRPr sz="3375" kern="1200" cap="all" baseline="0">
                <a:solidFill>
                  <a:schemeClr val="bg1"/>
                </a:solidFill>
                <a:latin typeface="+mj-lt"/>
                <a:ea typeface="+mn-ea"/>
                <a:cs typeface="+mn-cs"/>
              </a:defRPr>
            </a:lvl8pPr>
            <a:lvl9pPr marL="0" indent="0" algn="l" defTabSz="2468880" rtl="0" eaLnBrk="1" latinLnBrk="0" hangingPunct="1">
              <a:lnSpc>
                <a:spcPct val="100000"/>
              </a:lnSpc>
              <a:spcBef>
                <a:spcPts val="0"/>
              </a:spcBef>
              <a:buClr>
                <a:schemeClr val="accent2"/>
              </a:buClr>
              <a:buFont typeface="Arial" panose="020B0604020202020204" pitchFamily="34" charset="0"/>
              <a:buNone/>
              <a:defRPr sz="3375" kern="1200" cap="all" baseline="0">
                <a:solidFill>
                  <a:schemeClr val="bg1"/>
                </a:solidFill>
                <a:latin typeface="+mj-lt"/>
                <a:ea typeface="+mn-ea"/>
                <a:cs typeface="+mn-cs"/>
              </a:defRPr>
            </a:lvl9pPr>
          </a:lstStyle>
          <a:p>
            <a:r>
              <a:rPr lang="en-US" sz="3667" b="1" dirty="0">
                <a:latin typeface="Palatino" charset="0"/>
                <a:ea typeface="Palatino" charset="0"/>
                <a:cs typeface="Palatino" charset="0"/>
              </a:rPr>
              <a:t>Conclusions and outlook</a:t>
            </a:r>
          </a:p>
        </p:txBody>
      </p:sp>
      <p:sp>
        <p:nvSpPr>
          <p:cNvPr id="5" name="Content Placeholder 2">
            <a:extLst>
              <a:ext uri="{FF2B5EF4-FFF2-40B4-BE49-F238E27FC236}">
                <a16:creationId xmlns:a16="http://schemas.microsoft.com/office/drawing/2014/main" id="{26F2B71D-270B-A45B-A11D-F6C576174568}"/>
              </a:ext>
            </a:extLst>
          </p:cNvPr>
          <p:cNvSpPr txBox="1">
            <a:spLocks/>
          </p:cNvSpPr>
          <p:nvPr/>
        </p:nvSpPr>
        <p:spPr>
          <a:xfrm>
            <a:off x="12368523" y="22692156"/>
            <a:ext cx="23824681" cy="1740344"/>
          </a:xfrm>
          <a:prstGeom prst="rect">
            <a:avLst/>
          </a:prstGeom>
          <a:solidFill>
            <a:schemeClr val="bg1">
              <a:alpha val="81000"/>
            </a:schemeClr>
          </a:solidFill>
        </p:spPr>
        <p:txBody>
          <a:bodyPr vert="horz" lIns="76200" tIns="152400" rIns="76200" bIns="38100" rtlCol="0">
            <a:normAutofit lnSpcReduction="10000"/>
          </a:bodyPr>
          <a:lstStyle>
            <a:lvl1pPr marL="257175" indent="-257175" algn="l" defTabSz="2468880" rtl="0" eaLnBrk="1" latinLnBrk="0" hangingPunct="1">
              <a:lnSpc>
                <a:spcPct val="100000"/>
              </a:lnSpc>
              <a:spcBef>
                <a:spcPts val="675"/>
              </a:spcBef>
              <a:buClr>
                <a:schemeClr val="accent2"/>
              </a:buClr>
              <a:buFont typeface="Arial" panose="020B0604020202020204" pitchFamily="34" charset="0"/>
              <a:buChar char="•"/>
              <a:defRPr sz="1575" kern="1200" baseline="0">
                <a:solidFill>
                  <a:schemeClr val="tx1"/>
                </a:solidFill>
                <a:latin typeface="+mn-lt"/>
                <a:ea typeface="+mn-ea"/>
                <a:cs typeface="+mn-cs"/>
              </a:defRPr>
            </a:lvl1pPr>
            <a:lvl2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2pPr>
            <a:lvl3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3pPr>
            <a:lvl4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4pPr>
            <a:lvl5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5pPr>
            <a:lvl6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6pPr>
            <a:lvl7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7pPr>
            <a:lvl8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8pPr>
            <a:lvl9pPr marL="617220" indent="-257175" algn="l" defTabSz="2468880" rtl="0" eaLnBrk="1" latinLnBrk="0" hangingPunct="1">
              <a:lnSpc>
                <a:spcPct val="100000"/>
              </a:lnSpc>
              <a:spcBef>
                <a:spcPts val="675"/>
              </a:spcBef>
              <a:buClr>
                <a:schemeClr val="accent2"/>
              </a:buClr>
              <a:buFont typeface="Arial" panose="020B0604020202020204" pitchFamily="34" charset="0"/>
              <a:buChar char="•"/>
              <a:defRPr sz="1350" kern="1200">
                <a:solidFill>
                  <a:schemeClr val="tx1"/>
                </a:solidFill>
                <a:latin typeface="+mn-lt"/>
                <a:ea typeface="+mn-ea"/>
                <a:cs typeface="+mn-cs"/>
              </a:defRPr>
            </a:lvl9pPr>
          </a:lstStyle>
          <a:p>
            <a:pPr marL="0" indent="0" algn="just">
              <a:buNone/>
            </a:pPr>
            <a:r>
              <a:rPr lang="en-US" sz="2667" dirty="0">
                <a:latin typeface="Palatino"/>
              </a:rPr>
              <a:t>RAG, especially when combined with graph-based retrieval and agentic LLM workflows, can make scientific databases much more useful for researchers. Rather than only finding similar text, these systems can connect papers, data tables, metadata, and scientific relationships in a more meaningful way. Our current focus on building an evaluation dataset is helping us test the model carefully and improve it before release. In the long term, this can lead to an AI research assistant that helps scientists explore data, understand papers, and draw connections across the QGT literature more efficiently.</a:t>
            </a:r>
            <a:endParaRPr lang="en-US" sz="2667" dirty="0">
              <a:latin typeface="Palatino"/>
              <a:cs typeface="Palatino"/>
            </a:endParaRPr>
          </a:p>
        </p:txBody>
      </p:sp>
      <p:sp>
        <p:nvSpPr>
          <p:cNvPr id="7" name="TextBox 6">
            <a:extLst>
              <a:ext uri="{FF2B5EF4-FFF2-40B4-BE49-F238E27FC236}">
                <a16:creationId xmlns:a16="http://schemas.microsoft.com/office/drawing/2014/main" id="{AA5FBD24-D9DF-E6E8-C7FD-47255A84A69F}"/>
              </a:ext>
            </a:extLst>
          </p:cNvPr>
          <p:cNvSpPr txBox="1"/>
          <p:nvPr/>
        </p:nvSpPr>
        <p:spPr>
          <a:xfrm>
            <a:off x="39025286" y="3135086"/>
            <a:ext cx="184731" cy="1015663"/>
          </a:xfrm>
          <a:prstGeom prst="rect">
            <a:avLst/>
          </a:prstGeom>
          <a:noFill/>
        </p:spPr>
        <p:txBody>
          <a:bodyPr wrap="none" rtlCol="0">
            <a:spAutoFit/>
          </a:bodyPr>
          <a:lstStyle/>
          <a:p>
            <a:endParaRPr lang="en-US" sz="6000" dirty="0" err="1"/>
          </a:p>
        </p:txBody>
      </p:sp>
    </p:spTree>
    <p:extLst>
      <p:ext uri="{BB962C8B-B14F-4D97-AF65-F5344CB8AC3E}">
        <p14:creationId xmlns:p14="http://schemas.microsoft.com/office/powerpoint/2010/main" val="931198942"/>
      </p:ext>
    </p:extLst>
  </p:cSld>
  <p:clrMapOvr>
    <a:masterClrMapping/>
  </p:clrMapOvr>
</p:sld>
</file>

<file path=ppt/theme/theme1.xml><?xml version="1.0" encoding="utf-8"?>
<a:theme xmlns:a="http://schemas.openxmlformats.org/drawingml/2006/main" name="Medical Poster">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4C5A6A"/>
      </a:hlink>
      <a:folHlink>
        <a:srgbClr val="808DA0"/>
      </a:folHlink>
    </a:clrScheme>
    <a:fontScheme name="Cambria-Calibri">
      <a:majorFont>
        <a:latin typeface="Cambria"/>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sz="6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6000" dirty="0" err="1" smtClean="0"/>
        </a:defPPr>
      </a:lstStyle>
    </a:txDef>
  </a:objectDefaults>
  <a:extraClrSchemeLst/>
  <a:extLst>
    <a:ext uri="{05A4C25C-085E-4340-85A3-A5531E510DB2}">
      <thm15:themeFamily xmlns:thm15="http://schemas.microsoft.com/office/thememl/2012/main" name="Poster (blue and brown design).potx" id="{D3AB00A0-17A8-42E3-B47F-1AD0345D7510}" vid="{AFE1B28E-9149-4462-921E-2E31ABA0912E}"/>
    </a:ext>
  </a:extLst>
</a:theme>
</file>

<file path=ppt/theme/theme2.xml><?xml version="1.0" encoding="utf-8"?>
<a:theme xmlns:a="http://schemas.openxmlformats.org/drawingml/2006/main" name="Office Theme">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4C5A6A"/>
      </a:hlink>
      <a:folHlink>
        <a:srgbClr val="808DA0"/>
      </a:folHlink>
    </a:clrScheme>
    <a:fontScheme name="Cambria-Calibri">
      <a:majorFont>
        <a:latin typeface="Cambria"/>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4C5A6A"/>
      </a:hlink>
      <a:folHlink>
        <a:srgbClr val="808DA0"/>
      </a:folHlink>
    </a:clrScheme>
    <a:fontScheme name="Cambria-Calibri">
      <a:majorFont>
        <a:latin typeface="Cambria"/>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5b0d512-0c04-4a55-8ec7-065a614e79c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72D9AF700104C4FA5D2148CCC9596D1" ma:contentTypeVersion="9" ma:contentTypeDescription="Create a new document." ma:contentTypeScope="" ma:versionID="411587e2c834a10231eb62ab55c11835">
  <xsd:schema xmlns:xsd="http://www.w3.org/2001/XMLSchema" xmlns:xs="http://www.w3.org/2001/XMLSchema" xmlns:p="http://schemas.microsoft.com/office/2006/metadata/properties" xmlns:ns3="05b0d512-0c04-4a55-8ec7-065a614e79c0" targetNamespace="http://schemas.microsoft.com/office/2006/metadata/properties" ma:root="true" ma:fieldsID="9adbaaf262e2fe0cef92e67ccbdb4463" ns3:_="">
    <xsd:import namespace="05b0d512-0c04-4a55-8ec7-065a614e79c0"/>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MediaServiceGenerationTime" minOccurs="0"/>
                <xsd:element ref="ns3:MediaServiceEventHashCode" minOccurs="0"/>
                <xsd:element ref="ns3:MediaServiceSystemTag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b0d512-0c04-4a55-8ec7-065a614e79c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_activity" ma:index="16"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76CD98-9165-4CE8-9A21-79ED7B311C40}">
  <ds:schemaRefs>
    <ds:schemaRef ds:uri="http://schemas.microsoft.com/office/2006/documentManagement/types"/>
    <ds:schemaRef ds:uri="http://schemas.microsoft.com/office/2006/metadata/properties"/>
    <ds:schemaRef ds:uri="http://purl.org/dc/dcmitype/"/>
    <ds:schemaRef ds:uri="http://www.w3.org/XML/1998/namespace"/>
    <ds:schemaRef ds:uri="05b0d512-0c04-4a55-8ec7-065a614e79c0"/>
    <ds:schemaRef ds:uri="http://purl.org/dc/terms/"/>
    <ds:schemaRef ds:uri="http://schemas.microsoft.com/office/infopath/2007/PartnerControls"/>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9E023B0D-E4D7-4379-A06A-4431CC9563DD}">
  <ds:schemaRefs>
    <ds:schemaRef ds:uri="http://schemas.microsoft.com/sharepoint/v3/contenttype/forms"/>
  </ds:schemaRefs>
</ds:datastoreItem>
</file>

<file path=customXml/itemProps3.xml><?xml version="1.0" encoding="utf-8"?>
<ds:datastoreItem xmlns:ds="http://schemas.openxmlformats.org/officeDocument/2006/customXml" ds:itemID="{C086C929-7DCA-4A2C-AFA3-CD7ED4428E3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b0d512-0c04-4a55-8ec7-065a614e79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emplate/>
  <TotalTime>0</TotalTime>
  <Words>1607</Words>
  <Application>Microsoft Office PowerPoint</Application>
  <PresentationFormat>Custom</PresentationFormat>
  <Paragraphs>38</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Palatino</vt:lpstr>
      <vt:lpstr>Arial</vt:lpstr>
      <vt:lpstr>Calibri</vt:lpstr>
      <vt:lpstr>Calibri Light</vt:lpstr>
      <vt:lpstr>Cambria</vt:lpstr>
      <vt:lpstr>Cambria Math</vt:lpstr>
      <vt:lpstr>Medical Poster</vt:lpstr>
      <vt:lpstr>Graph-Based Retrieval-Augmented LLMs for Science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pion production data in electron-hadron scattering at JLAB using the TMD Parton Model Formalism</dc:title>
  <dc:creator/>
  <cp:keywords/>
  <cp:lastModifiedBy/>
  <cp:revision>2</cp:revision>
  <cp:lastPrinted>2020-10-16T15:17:16Z</cp:lastPrinted>
  <dcterms:modified xsi:type="dcterms:W3CDTF">2026-04-14T15:56:27Z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TC040015519991</vt:lpwstr>
  </property>
  <property fmtid="{D5CDD505-2E9C-101B-9397-08002B2CF9AE}" pid="3" name="ContentTypeId">
    <vt:lpwstr>0x010100D72D9AF700104C4FA5D2148CCC9596D1</vt:lpwstr>
  </property>
</Properties>
</file>